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64" r:id="rId2"/>
  </p:sldMasterIdLst>
  <p:notesMasterIdLst>
    <p:notesMasterId r:id="rId29"/>
  </p:notesMasterIdLst>
  <p:handoutMasterIdLst>
    <p:handoutMasterId r:id="rId30"/>
  </p:handoutMasterIdLst>
  <p:sldIdLst>
    <p:sldId id="256" r:id="rId3"/>
    <p:sldId id="305" r:id="rId4"/>
    <p:sldId id="283" r:id="rId5"/>
    <p:sldId id="290" r:id="rId6"/>
    <p:sldId id="291" r:id="rId7"/>
    <p:sldId id="295" r:id="rId8"/>
    <p:sldId id="282" r:id="rId9"/>
    <p:sldId id="299" r:id="rId10"/>
    <p:sldId id="300" r:id="rId11"/>
    <p:sldId id="302" r:id="rId12"/>
    <p:sldId id="304" r:id="rId13"/>
    <p:sldId id="301" r:id="rId14"/>
    <p:sldId id="303" r:id="rId15"/>
    <p:sldId id="289" r:id="rId16"/>
    <p:sldId id="285" r:id="rId17"/>
    <p:sldId id="271" r:id="rId18"/>
    <p:sldId id="292" r:id="rId19"/>
    <p:sldId id="288" r:id="rId20"/>
    <p:sldId id="293" r:id="rId21"/>
    <p:sldId id="294" r:id="rId22"/>
    <p:sldId id="284" r:id="rId23"/>
    <p:sldId id="296" r:id="rId24"/>
    <p:sldId id="275" r:id="rId25"/>
    <p:sldId id="298" r:id="rId26"/>
    <p:sldId id="286" r:id="rId27"/>
    <p:sldId id="268" r:id="rId28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AB44"/>
    <a:srgbClr val="8CDA8E"/>
    <a:srgbClr val="C2E105"/>
    <a:srgbClr val="DCFA26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B301B821-A1FF-4177-AEE7-76D212191A09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455" y="-396"/>
      </p:cViewPr>
      <p:guideLst>
        <p:guide orient="horz" pos="2160"/>
        <p:guide pos="2880"/>
      </p:guideLst>
    </p:cSldViewPr>
  </p:slideViewPr>
  <p:outlineViewPr>
    <p:cViewPr>
      <p:scale>
        <a:sx n="1" d="1"/>
        <a:sy n="1" d="1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8FF41A-3D8B-4ACF-B183-3A1851DFD33B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</dgm:pt>
    <dgm:pt modelId="{A13CF430-0369-4539-9788-85F2B67710D9}">
      <dgm:prSet phldrT="[文本]" custT="1"/>
      <dgm:spPr>
        <a:solidFill>
          <a:srgbClr val="C2E105"/>
        </a:solidFill>
      </dgm:spPr>
      <dgm:t>
        <a:bodyPr/>
        <a:lstStyle/>
        <a:p>
          <a:r>
            <a:rPr lang="en-US" altLang="zh-CN" sz="2400" dirty="0" err="1" smtClean="0">
              <a:solidFill>
                <a:srgbClr val="0070C0"/>
              </a:solidFill>
            </a:rPr>
            <a:t>Millionpack</a:t>
          </a:r>
          <a:endParaRPr lang="en-US" altLang="zh-CN" sz="2400" dirty="0" smtClean="0">
            <a:solidFill>
              <a:srgbClr val="0070C0"/>
            </a:solidFill>
          </a:endParaRPr>
        </a:p>
        <a:p>
          <a:r>
            <a:rPr lang="en-US" altLang="zh-CN" sz="1800" dirty="0" smtClean="0">
              <a:solidFill>
                <a:srgbClr val="0070C0"/>
              </a:solidFill>
            </a:rPr>
            <a:t>(Paper Container)</a:t>
          </a:r>
          <a:endParaRPr lang="zh-CN" altLang="en-US" sz="1800" dirty="0">
            <a:solidFill>
              <a:srgbClr val="0070C0"/>
            </a:solidFill>
          </a:endParaRPr>
        </a:p>
      </dgm:t>
    </dgm:pt>
    <dgm:pt modelId="{B60749F3-2164-461F-95A4-6C6461B9A6F7}" type="parTrans" cxnId="{90C67F21-D442-4233-A5AF-BFE06828993C}">
      <dgm:prSet/>
      <dgm:spPr/>
      <dgm:t>
        <a:bodyPr/>
        <a:lstStyle/>
        <a:p>
          <a:endParaRPr lang="zh-CN" altLang="en-US"/>
        </a:p>
      </dgm:t>
    </dgm:pt>
    <dgm:pt modelId="{C7395F09-EA3A-4B49-BDC2-6EDA79C8018D}" type="sibTrans" cxnId="{90C67F21-D442-4233-A5AF-BFE06828993C}">
      <dgm:prSet/>
      <dgm:spPr/>
      <dgm:t>
        <a:bodyPr/>
        <a:lstStyle/>
        <a:p>
          <a:endParaRPr lang="zh-CN" altLang="en-US"/>
        </a:p>
      </dgm:t>
    </dgm:pt>
    <dgm:pt modelId="{114AD8AB-8A16-4E67-BCD4-C7C5ED0D8904}">
      <dgm:prSet phldrT="[文本]" custT="1"/>
      <dgm:spPr/>
      <dgm:t>
        <a:bodyPr/>
        <a:lstStyle/>
        <a:p>
          <a:r>
            <a:rPr lang="en-US" altLang="zh-CN" sz="2400" b="1" dirty="0" err="1" smtClean="0">
              <a:solidFill>
                <a:srgbClr val="FFFF00"/>
              </a:solidFill>
            </a:rPr>
            <a:t>Plastik</a:t>
          </a:r>
          <a:r>
            <a:rPr lang="en-US" altLang="zh-CN" sz="2400" b="1" dirty="0" smtClean="0">
              <a:solidFill>
                <a:srgbClr val="FFFF00"/>
              </a:solidFill>
            </a:rPr>
            <a:t>(</a:t>
          </a:r>
          <a:r>
            <a:rPr lang="en-US" altLang="zh-CN" sz="2400" b="1" dirty="0" err="1" smtClean="0">
              <a:solidFill>
                <a:srgbClr val="FFFF00"/>
              </a:solidFill>
            </a:rPr>
            <a:t>Jieyu</a:t>
          </a:r>
          <a:r>
            <a:rPr lang="zh-CN" altLang="en-US" sz="2400" b="1" dirty="0" smtClean="0">
              <a:solidFill>
                <a:srgbClr val="FFFF00"/>
              </a:solidFill>
            </a:rPr>
            <a:t>）</a:t>
          </a:r>
          <a:endParaRPr lang="en-US" altLang="zh-CN" sz="2400" b="1" dirty="0" smtClean="0">
            <a:solidFill>
              <a:srgbClr val="FFFF00"/>
            </a:solidFill>
          </a:endParaRPr>
        </a:p>
        <a:p>
          <a:r>
            <a:rPr lang="en-US" altLang="zh-CN" sz="2000" dirty="0" smtClean="0">
              <a:solidFill>
                <a:srgbClr val="FFFF00"/>
              </a:solidFill>
            </a:rPr>
            <a:t>PLA/PP Tableware</a:t>
          </a:r>
          <a:endParaRPr lang="zh-CN" altLang="en-US" sz="2000" dirty="0">
            <a:solidFill>
              <a:srgbClr val="FFFF00"/>
            </a:solidFill>
          </a:endParaRPr>
        </a:p>
      </dgm:t>
    </dgm:pt>
    <dgm:pt modelId="{1E54F002-42CC-4D25-BFB5-45007D968096}" type="parTrans" cxnId="{655325ED-352D-4F5B-B5E6-5D54896F1D17}">
      <dgm:prSet/>
      <dgm:spPr/>
      <dgm:t>
        <a:bodyPr/>
        <a:lstStyle/>
        <a:p>
          <a:endParaRPr lang="zh-CN" altLang="en-US"/>
        </a:p>
      </dgm:t>
    </dgm:pt>
    <dgm:pt modelId="{09F2F650-0432-43C6-860E-8D5336976928}" type="sibTrans" cxnId="{655325ED-352D-4F5B-B5E6-5D54896F1D17}">
      <dgm:prSet/>
      <dgm:spPr/>
      <dgm:t>
        <a:bodyPr/>
        <a:lstStyle/>
        <a:p>
          <a:endParaRPr lang="zh-CN" altLang="en-US"/>
        </a:p>
      </dgm:t>
    </dgm:pt>
    <dgm:pt modelId="{19E2B58E-46E7-44B5-9C12-541C5AFBF41E}">
      <dgm:prSet phldrT="[文本]" custT="1"/>
      <dgm:spPr>
        <a:solidFill>
          <a:srgbClr val="00B050"/>
        </a:solidFill>
      </dgm:spPr>
      <dgm:t>
        <a:bodyPr/>
        <a:lstStyle/>
        <a:p>
          <a:r>
            <a:rPr lang="en-US" altLang="zh-CN" sz="2400" b="1" dirty="0" err="1" smtClean="0"/>
            <a:t>Corncomp</a:t>
          </a:r>
          <a:endParaRPr lang="en-US" altLang="zh-CN" sz="2400" b="1" dirty="0" smtClean="0"/>
        </a:p>
        <a:p>
          <a:r>
            <a:rPr lang="zh-CN" altLang="en-US" sz="1800" dirty="0" smtClean="0"/>
            <a:t>（</a:t>
          </a:r>
          <a:r>
            <a:rPr lang="en-US" altLang="zh-CN" sz="1800" dirty="0" smtClean="0"/>
            <a:t> Straws/Salad </a:t>
          </a:r>
          <a:r>
            <a:rPr lang="en-US" altLang="zh-CN" sz="1800" dirty="0" smtClean="0"/>
            <a:t>Bowl/Plate</a:t>
          </a:r>
          <a:r>
            <a:rPr lang="zh-CN" altLang="en-US" sz="1800" dirty="0" smtClean="0"/>
            <a:t>）</a:t>
          </a:r>
          <a:endParaRPr lang="zh-CN" altLang="en-US" sz="1800" dirty="0"/>
        </a:p>
      </dgm:t>
    </dgm:pt>
    <dgm:pt modelId="{7FB05437-BEC3-4565-A23A-85F3A1FB85C5}" type="parTrans" cxnId="{71BA32FA-65B4-4CBF-AC77-D36C552CF794}">
      <dgm:prSet/>
      <dgm:spPr/>
      <dgm:t>
        <a:bodyPr/>
        <a:lstStyle/>
        <a:p>
          <a:endParaRPr lang="zh-CN" altLang="en-US"/>
        </a:p>
      </dgm:t>
    </dgm:pt>
    <dgm:pt modelId="{84BEF0A7-BB58-4635-B259-FE4B97866ED3}" type="sibTrans" cxnId="{71BA32FA-65B4-4CBF-AC77-D36C552CF794}">
      <dgm:prSet/>
      <dgm:spPr/>
      <dgm:t>
        <a:bodyPr/>
        <a:lstStyle/>
        <a:p>
          <a:endParaRPr lang="zh-CN" altLang="en-US"/>
        </a:p>
      </dgm:t>
    </dgm:pt>
    <dgm:pt modelId="{4947216A-0BE9-41D3-A1BE-7DB74528092D}" type="pres">
      <dgm:prSet presAssocID="{BC8FF41A-3D8B-4ACF-B183-3A1851DFD33B}" presName="compositeShape" presStyleCnt="0">
        <dgm:presLayoutVars>
          <dgm:chMax val="7"/>
          <dgm:dir/>
          <dgm:resizeHandles val="exact"/>
        </dgm:presLayoutVars>
      </dgm:prSet>
      <dgm:spPr/>
    </dgm:pt>
    <dgm:pt modelId="{38F2392B-7291-4EFD-B404-0E6F3C6878E1}" type="pres">
      <dgm:prSet presAssocID="{BC8FF41A-3D8B-4ACF-B183-3A1851DFD33B}" presName="wedge1" presStyleLbl="node1" presStyleIdx="0" presStyleCnt="3" custLinFactNeighborX="-900"/>
      <dgm:spPr/>
      <dgm:t>
        <a:bodyPr/>
        <a:lstStyle/>
        <a:p>
          <a:endParaRPr lang="zh-CN" altLang="en-US"/>
        </a:p>
      </dgm:t>
    </dgm:pt>
    <dgm:pt modelId="{23DC287C-BA79-4D5E-9121-48C1F3DA9B89}" type="pres">
      <dgm:prSet presAssocID="{BC8FF41A-3D8B-4ACF-B183-3A1851DFD33B}" presName="dummy1a" presStyleCnt="0"/>
      <dgm:spPr/>
    </dgm:pt>
    <dgm:pt modelId="{75DB8A1C-D10F-4D4B-83E0-B956EDB7383F}" type="pres">
      <dgm:prSet presAssocID="{BC8FF41A-3D8B-4ACF-B183-3A1851DFD33B}" presName="dummy1b" presStyleCnt="0"/>
      <dgm:spPr/>
    </dgm:pt>
    <dgm:pt modelId="{1ED3C5A7-1879-4D03-8405-690AF30D725A}" type="pres">
      <dgm:prSet presAssocID="{BC8FF41A-3D8B-4ACF-B183-3A1851DFD33B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A3E9511-FB81-48D1-86F1-C947DC2189CF}" type="pres">
      <dgm:prSet presAssocID="{BC8FF41A-3D8B-4ACF-B183-3A1851DFD33B}" presName="wedge2" presStyleLbl="node1" presStyleIdx="1" presStyleCnt="3"/>
      <dgm:spPr/>
      <dgm:t>
        <a:bodyPr/>
        <a:lstStyle/>
        <a:p>
          <a:endParaRPr lang="zh-CN" altLang="en-US"/>
        </a:p>
      </dgm:t>
    </dgm:pt>
    <dgm:pt modelId="{5E9C49E5-BC49-458D-9F2F-CF46FD20DAF1}" type="pres">
      <dgm:prSet presAssocID="{BC8FF41A-3D8B-4ACF-B183-3A1851DFD33B}" presName="dummy2a" presStyleCnt="0"/>
      <dgm:spPr/>
    </dgm:pt>
    <dgm:pt modelId="{28623588-3FA6-4713-AD9E-25599CEF8700}" type="pres">
      <dgm:prSet presAssocID="{BC8FF41A-3D8B-4ACF-B183-3A1851DFD33B}" presName="dummy2b" presStyleCnt="0"/>
      <dgm:spPr/>
    </dgm:pt>
    <dgm:pt modelId="{C90A423D-6E65-4BFF-B46C-78BC53CE20E9}" type="pres">
      <dgm:prSet presAssocID="{BC8FF41A-3D8B-4ACF-B183-3A1851DFD33B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6E4ADEF-C2C4-4186-882D-AB3F7ECAD5FE}" type="pres">
      <dgm:prSet presAssocID="{BC8FF41A-3D8B-4ACF-B183-3A1851DFD33B}" presName="wedge3" presStyleLbl="node1" presStyleIdx="2" presStyleCnt="3"/>
      <dgm:spPr/>
      <dgm:t>
        <a:bodyPr/>
        <a:lstStyle/>
        <a:p>
          <a:endParaRPr lang="zh-CN" altLang="en-US"/>
        </a:p>
      </dgm:t>
    </dgm:pt>
    <dgm:pt modelId="{ABB9B496-CECB-4E57-BCCD-25000F9A1820}" type="pres">
      <dgm:prSet presAssocID="{BC8FF41A-3D8B-4ACF-B183-3A1851DFD33B}" presName="dummy3a" presStyleCnt="0"/>
      <dgm:spPr/>
    </dgm:pt>
    <dgm:pt modelId="{C3E0A09F-7BE5-4C8A-9157-70A9ACD5F69B}" type="pres">
      <dgm:prSet presAssocID="{BC8FF41A-3D8B-4ACF-B183-3A1851DFD33B}" presName="dummy3b" presStyleCnt="0"/>
      <dgm:spPr/>
    </dgm:pt>
    <dgm:pt modelId="{A612427B-49D5-4666-836E-7F74C5DC8A0E}" type="pres">
      <dgm:prSet presAssocID="{BC8FF41A-3D8B-4ACF-B183-3A1851DFD33B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4D044CC-9B2B-4978-BEE2-BB35BD032558}" type="pres">
      <dgm:prSet presAssocID="{C7395F09-EA3A-4B49-BDC2-6EDA79C8018D}" presName="arrowWedge1" presStyleLbl="fgSibTrans2D1" presStyleIdx="0" presStyleCnt="3"/>
      <dgm:spPr/>
    </dgm:pt>
    <dgm:pt modelId="{48FDD2B8-735F-4CC2-8875-E4939B3DC423}" type="pres">
      <dgm:prSet presAssocID="{09F2F650-0432-43C6-860E-8D5336976928}" presName="arrowWedge2" presStyleLbl="fgSibTrans2D1" presStyleIdx="1" presStyleCnt="3"/>
      <dgm:spPr/>
    </dgm:pt>
    <dgm:pt modelId="{22C23AE3-07D6-43FE-8972-AD9C34A2A79F}" type="pres">
      <dgm:prSet presAssocID="{84BEF0A7-BB58-4635-B259-FE4B97866ED3}" presName="arrowWedge3" presStyleLbl="fgSibTrans2D1" presStyleIdx="2" presStyleCnt="3"/>
      <dgm:spPr/>
    </dgm:pt>
  </dgm:ptLst>
  <dgm:cxnLst>
    <dgm:cxn modelId="{0E3BE173-29D1-4F95-BC4C-5D49D9E26151}" type="presOf" srcId="{114AD8AB-8A16-4E67-BCD4-C7C5ED0D8904}" destId="{CA3E9511-FB81-48D1-86F1-C947DC2189CF}" srcOrd="0" destOrd="0" presId="urn:microsoft.com/office/officeart/2005/8/layout/cycle8"/>
    <dgm:cxn modelId="{90C67F21-D442-4233-A5AF-BFE06828993C}" srcId="{BC8FF41A-3D8B-4ACF-B183-3A1851DFD33B}" destId="{A13CF430-0369-4539-9788-85F2B67710D9}" srcOrd="0" destOrd="0" parTransId="{B60749F3-2164-461F-95A4-6C6461B9A6F7}" sibTransId="{C7395F09-EA3A-4B49-BDC2-6EDA79C8018D}"/>
    <dgm:cxn modelId="{E9AC6570-54B2-4F07-8B45-B7B73BD9F7B7}" type="presOf" srcId="{A13CF430-0369-4539-9788-85F2B67710D9}" destId="{38F2392B-7291-4EFD-B404-0E6F3C6878E1}" srcOrd="0" destOrd="0" presId="urn:microsoft.com/office/officeart/2005/8/layout/cycle8"/>
    <dgm:cxn modelId="{4DEDE368-6952-466A-8547-15D4E303148B}" type="presOf" srcId="{114AD8AB-8A16-4E67-BCD4-C7C5ED0D8904}" destId="{C90A423D-6E65-4BFF-B46C-78BC53CE20E9}" srcOrd="1" destOrd="0" presId="urn:microsoft.com/office/officeart/2005/8/layout/cycle8"/>
    <dgm:cxn modelId="{EC6BF14C-A1F4-4C07-852A-B437223263F2}" type="presOf" srcId="{BC8FF41A-3D8B-4ACF-B183-3A1851DFD33B}" destId="{4947216A-0BE9-41D3-A1BE-7DB74528092D}" srcOrd="0" destOrd="0" presId="urn:microsoft.com/office/officeart/2005/8/layout/cycle8"/>
    <dgm:cxn modelId="{BE317D8D-2555-4273-86A7-A1F7648A3FCB}" type="presOf" srcId="{A13CF430-0369-4539-9788-85F2B67710D9}" destId="{1ED3C5A7-1879-4D03-8405-690AF30D725A}" srcOrd="1" destOrd="0" presId="urn:microsoft.com/office/officeart/2005/8/layout/cycle8"/>
    <dgm:cxn modelId="{655325ED-352D-4F5B-B5E6-5D54896F1D17}" srcId="{BC8FF41A-3D8B-4ACF-B183-3A1851DFD33B}" destId="{114AD8AB-8A16-4E67-BCD4-C7C5ED0D8904}" srcOrd="1" destOrd="0" parTransId="{1E54F002-42CC-4D25-BFB5-45007D968096}" sibTransId="{09F2F650-0432-43C6-860E-8D5336976928}"/>
    <dgm:cxn modelId="{C04B4E5B-55C9-4C26-9266-B115808D9518}" type="presOf" srcId="{19E2B58E-46E7-44B5-9C12-541C5AFBF41E}" destId="{F6E4ADEF-C2C4-4186-882D-AB3F7ECAD5FE}" srcOrd="0" destOrd="0" presId="urn:microsoft.com/office/officeart/2005/8/layout/cycle8"/>
    <dgm:cxn modelId="{71BA32FA-65B4-4CBF-AC77-D36C552CF794}" srcId="{BC8FF41A-3D8B-4ACF-B183-3A1851DFD33B}" destId="{19E2B58E-46E7-44B5-9C12-541C5AFBF41E}" srcOrd="2" destOrd="0" parTransId="{7FB05437-BEC3-4565-A23A-85F3A1FB85C5}" sibTransId="{84BEF0A7-BB58-4635-B259-FE4B97866ED3}"/>
    <dgm:cxn modelId="{AAF60BAD-41B4-4198-BA34-37773AFC5AB1}" type="presOf" srcId="{19E2B58E-46E7-44B5-9C12-541C5AFBF41E}" destId="{A612427B-49D5-4666-836E-7F74C5DC8A0E}" srcOrd="1" destOrd="0" presId="urn:microsoft.com/office/officeart/2005/8/layout/cycle8"/>
    <dgm:cxn modelId="{9C9564EA-90AB-4661-B979-992082B27AD1}" type="presParOf" srcId="{4947216A-0BE9-41D3-A1BE-7DB74528092D}" destId="{38F2392B-7291-4EFD-B404-0E6F3C6878E1}" srcOrd="0" destOrd="0" presId="urn:microsoft.com/office/officeart/2005/8/layout/cycle8"/>
    <dgm:cxn modelId="{15413913-F298-4B80-88F8-058569C92DAE}" type="presParOf" srcId="{4947216A-0BE9-41D3-A1BE-7DB74528092D}" destId="{23DC287C-BA79-4D5E-9121-48C1F3DA9B89}" srcOrd="1" destOrd="0" presId="urn:microsoft.com/office/officeart/2005/8/layout/cycle8"/>
    <dgm:cxn modelId="{77D471B6-4334-400F-B963-3F2D4C221D4F}" type="presParOf" srcId="{4947216A-0BE9-41D3-A1BE-7DB74528092D}" destId="{75DB8A1C-D10F-4D4B-83E0-B956EDB7383F}" srcOrd="2" destOrd="0" presId="urn:microsoft.com/office/officeart/2005/8/layout/cycle8"/>
    <dgm:cxn modelId="{C126863F-C2D0-4BED-9451-99F04481F932}" type="presParOf" srcId="{4947216A-0BE9-41D3-A1BE-7DB74528092D}" destId="{1ED3C5A7-1879-4D03-8405-690AF30D725A}" srcOrd="3" destOrd="0" presId="urn:microsoft.com/office/officeart/2005/8/layout/cycle8"/>
    <dgm:cxn modelId="{299DDD20-92D6-444E-AB45-F407C5F921D8}" type="presParOf" srcId="{4947216A-0BE9-41D3-A1BE-7DB74528092D}" destId="{CA3E9511-FB81-48D1-86F1-C947DC2189CF}" srcOrd="4" destOrd="0" presId="urn:microsoft.com/office/officeart/2005/8/layout/cycle8"/>
    <dgm:cxn modelId="{76A52B49-4176-4E90-8051-C175CFBE1C0E}" type="presParOf" srcId="{4947216A-0BE9-41D3-A1BE-7DB74528092D}" destId="{5E9C49E5-BC49-458D-9F2F-CF46FD20DAF1}" srcOrd="5" destOrd="0" presId="urn:microsoft.com/office/officeart/2005/8/layout/cycle8"/>
    <dgm:cxn modelId="{748977D4-9F13-4636-8B96-706117CB7AF8}" type="presParOf" srcId="{4947216A-0BE9-41D3-A1BE-7DB74528092D}" destId="{28623588-3FA6-4713-AD9E-25599CEF8700}" srcOrd="6" destOrd="0" presId="urn:microsoft.com/office/officeart/2005/8/layout/cycle8"/>
    <dgm:cxn modelId="{05E6F5EF-21EA-4271-9E3A-33CFA208BC90}" type="presParOf" srcId="{4947216A-0BE9-41D3-A1BE-7DB74528092D}" destId="{C90A423D-6E65-4BFF-B46C-78BC53CE20E9}" srcOrd="7" destOrd="0" presId="urn:microsoft.com/office/officeart/2005/8/layout/cycle8"/>
    <dgm:cxn modelId="{2A5DF921-B750-4A6D-8A50-ED413139AA57}" type="presParOf" srcId="{4947216A-0BE9-41D3-A1BE-7DB74528092D}" destId="{F6E4ADEF-C2C4-4186-882D-AB3F7ECAD5FE}" srcOrd="8" destOrd="0" presId="urn:microsoft.com/office/officeart/2005/8/layout/cycle8"/>
    <dgm:cxn modelId="{C235FE3C-6CE1-4BC3-B0D4-0AD80363138A}" type="presParOf" srcId="{4947216A-0BE9-41D3-A1BE-7DB74528092D}" destId="{ABB9B496-CECB-4E57-BCCD-25000F9A1820}" srcOrd="9" destOrd="0" presId="urn:microsoft.com/office/officeart/2005/8/layout/cycle8"/>
    <dgm:cxn modelId="{4EE2230D-2C61-443D-A886-39EA1362DEB9}" type="presParOf" srcId="{4947216A-0BE9-41D3-A1BE-7DB74528092D}" destId="{C3E0A09F-7BE5-4C8A-9157-70A9ACD5F69B}" srcOrd="10" destOrd="0" presId="urn:microsoft.com/office/officeart/2005/8/layout/cycle8"/>
    <dgm:cxn modelId="{FD1C0512-9447-42B7-AA66-A22E79D72368}" type="presParOf" srcId="{4947216A-0BE9-41D3-A1BE-7DB74528092D}" destId="{A612427B-49D5-4666-836E-7F74C5DC8A0E}" srcOrd="11" destOrd="0" presId="urn:microsoft.com/office/officeart/2005/8/layout/cycle8"/>
    <dgm:cxn modelId="{E0217A61-A4C8-49D6-B5C2-EF1385886E10}" type="presParOf" srcId="{4947216A-0BE9-41D3-A1BE-7DB74528092D}" destId="{44D044CC-9B2B-4978-BEE2-BB35BD032558}" srcOrd="12" destOrd="0" presId="urn:microsoft.com/office/officeart/2005/8/layout/cycle8"/>
    <dgm:cxn modelId="{E4BFD5A0-29F3-4BDF-9029-94A8E9912C08}" type="presParOf" srcId="{4947216A-0BE9-41D3-A1BE-7DB74528092D}" destId="{48FDD2B8-735F-4CC2-8875-E4939B3DC423}" srcOrd="13" destOrd="0" presId="urn:microsoft.com/office/officeart/2005/8/layout/cycle8"/>
    <dgm:cxn modelId="{25B14F23-6643-4371-AC1C-90C4605C65EA}" type="presParOf" srcId="{4947216A-0BE9-41D3-A1BE-7DB74528092D}" destId="{22C23AE3-07D6-43FE-8972-AD9C34A2A79F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A525B8-3A54-4EF7-B411-A3ECEB85C341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83EF4DC-720A-4EE7-B05D-BF89EB414709}">
      <dgm:prSet phldrT="[文本]"/>
      <dgm:spPr/>
      <dgm:t>
        <a:bodyPr/>
        <a:lstStyle/>
        <a:p>
          <a:r>
            <a:rPr lang="en-US" altLang="zh-CN" dirty="0" smtClean="0"/>
            <a:t>Managing Director</a:t>
          </a:r>
        </a:p>
        <a:p>
          <a:r>
            <a:rPr lang="en-US" altLang="zh-CN" dirty="0" smtClean="0"/>
            <a:t>Steven Zhu</a:t>
          </a:r>
          <a:endParaRPr lang="zh-CN" altLang="en-US" dirty="0"/>
        </a:p>
      </dgm:t>
    </dgm:pt>
    <dgm:pt modelId="{957E640F-DAA8-43C2-941A-BAEBFEA37933}" type="parTrans" cxnId="{EBE8B140-7DCA-4893-9F43-63803AA57F37}">
      <dgm:prSet/>
      <dgm:spPr/>
      <dgm:t>
        <a:bodyPr/>
        <a:lstStyle/>
        <a:p>
          <a:endParaRPr lang="zh-CN" altLang="en-US"/>
        </a:p>
      </dgm:t>
    </dgm:pt>
    <dgm:pt modelId="{FCCE318A-58D8-42EE-95E8-B61F8FF19998}" type="sibTrans" cxnId="{EBE8B140-7DCA-4893-9F43-63803AA57F37}">
      <dgm:prSet/>
      <dgm:spPr/>
      <dgm:t>
        <a:bodyPr/>
        <a:lstStyle/>
        <a:p>
          <a:endParaRPr lang="zh-CN" altLang="en-US"/>
        </a:p>
      </dgm:t>
    </dgm:pt>
    <dgm:pt modelId="{82EC2986-3EE4-4C76-9E0B-24D527470E27}">
      <dgm:prSet phldrT="[文本]"/>
      <dgm:spPr/>
      <dgm:t>
        <a:bodyPr/>
        <a:lstStyle/>
        <a:p>
          <a:r>
            <a:rPr lang="en-US" altLang="zh-CN" b="1" dirty="0" smtClean="0"/>
            <a:t>Canadian CPA </a:t>
          </a:r>
          <a:endParaRPr lang="zh-CN" altLang="en-US" b="1" dirty="0"/>
        </a:p>
      </dgm:t>
    </dgm:pt>
    <dgm:pt modelId="{C44B4E00-4E52-4A64-88CD-8E76B73BB5E7}" type="parTrans" cxnId="{5A41BAE1-D400-4B8A-9FD5-A2C760F7620B}">
      <dgm:prSet/>
      <dgm:spPr/>
      <dgm:t>
        <a:bodyPr/>
        <a:lstStyle/>
        <a:p>
          <a:endParaRPr lang="zh-CN" altLang="en-US"/>
        </a:p>
      </dgm:t>
    </dgm:pt>
    <dgm:pt modelId="{A97E2F9B-967A-44F3-B0BE-EE71470BE415}" type="sibTrans" cxnId="{5A41BAE1-D400-4B8A-9FD5-A2C760F7620B}">
      <dgm:prSet/>
      <dgm:spPr/>
      <dgm:t>
        <a:bodyPr/>
        <a:lstStyle/>
        <a:p>
          <a:endParaRPr lang="zh-CN" altLang="en-US"/>
        </a:p>
      </dgm:t>
    </dgm:pt>
    <dgm:pt modelId="{12329220-C49F-4924-91AB-C79A4DBE6233}">
      <dgm:prSet phldrT="[文本]"/>
      <dgm:spPr/>
      <dgm:t>
        <a:bodyPr/>
        <a:lstStyle/>
        <a:p>
          <a:r>
            <a:rPr lang="en-US" altLang="zh-CN" dirty="0" smtClean="0"/>
            <a:t>Chairman</a:t>
          </a:r>
        </a:p>
        <a:p>
          <a:r>
            <a:rPr lang="en-US" altLang="zh-CN" dirty="0" smtClean="0"/>
            <a:t>Wilson Wang</a:t>
          </a:r>
          <a:endParaRPr lang="zh-CN" altLang="en-US" dirty="0"/>
        </a:p>
      </dgm:t>
    </dgm:pt>
    <dgm:pt modelId="{E34AAB70-5556-4D0E-839E-63117ACABCA4}" type="parTrans" cxnId="{AEB68A98-449B-478F-894E-49101923BC6E}">
      <dgm:prSet/>
      <dgm:spPr/>
      <dgm:t>
        <a:bodyPr/>
        <a:lstStyle/>
        <a:p>
          <a:endParaRPr lang="zh-CN" altLang="en-US"/>
        </a:p>
      </dgm:t>
    </dgm:pt>
    <dgm:pt modelId="{869B399A-3C78-4DF2-8E96-7801CA7C7BE6}" type="sibTrans" cxnId="{AEB68A98-449B-478F-894E-49101923BC6E}">
      <dgm:prSet/>
      <dgm:spPr/>
      <dgm:t>
        <a:bodyPr/>
        <a:lstStyle/>
        <a:p>
          <a:endParaRPr lang="zh-CN" altLang="en-US"/>
        </a:p>
      </dgm:t>
    </dgm:pt>
    <dgm:pt modelId="{35C3ADBB-5C15-4856-A7A3-AED732CCC249}">
      <dgm:prSet phldrT="[文本]"/>
      <dgm:spPr/>
      <dgm:t>
        <a:bodyPr/>
        <a:lstStyle/>
        <a:p>
          <a:r>
            <a:rPr lang="en-US" altLang="zh-CN" b="1" dirty="0" smtClean="0"/>
            <a:t>15+ year paper tableware industry</a:t>
          </a:r>
          <a:endParaRPr lang="zh-CN" altLang="en-US" b="1" dirty="0"/>
        </a:p>
      </dgm:t>
    </dgm:pt>
    <dgm:pt modelId="{D1776054-C310-4332-AA6C-FDFB8F65B9C9}" type="parTrans" cxnId="{C1493892-107E-4612-A7B7-44D78EF8DD66}">
      <dgm:prSet/>
      <dgm:spPr/>
      <dgm:t>
        <a:bodyPr/>
        <a:lstStyle/>
        <a:p>
          <a:endParaRPr lang="zh-CN" altLang="en-US"/>
        </a:p>
      </dgm:t>
    </dgm:pt>
    <dgm:pt modelId="{6423B287-9CD9-4274-BB70-9FF6ABA7C16E}" type="sibTrans" cxnId="{C1493892-107E-4612-A7B7-44D78EF8DD66}">
      <dgm:prSet/>
      <dgm:spPr/>
      <dgm:t>
        <a:bodyPr/>
        <a:lstStyle/>
        <a:p>
          <a:endParaRPr lang="zh-CN" altLang="en-US"/>
        </a:p>
      </dgm:t>
    </dgm:pt>
    <dgm:pt modelId="{6C8D3F19-9C42-424B-8567-9829D3FA132C}">
      <dgm:prSet phldrT="[文本]"/>
      <dgm:spPr/>
      <dgm:t>
        <a:bodyPr/>
        <a:lstStyle/>
        <a:p>
          <a:r>
            <a:rPr lang="en-US" altLang="zh-CN" b="1" dirty="0" smtClean="0"/>
            <a:t>Tableware Key seller in European market</a:t>
          </a:r>
          <a:endParaRPr lang="zh-CN" altLang="en-US" b="1" dirty="0"/>
        </a:p>
      </dgm:t>
    </dgm:pt>
    <dgm:pt modelId="{17363D8A-ED11-4CFD-8542-044DBC57FE9F}" type="parTrans" cxnId="{376C522F-0DBC-4634-92B8-D1114AB690D4}">
      <dgm:prSet/>
      <dgm:spPr/>
      <dgm:t>
        <a:bodyPr/>
        <a:lstStyle/>
        <a:p>
          <a:endParaRPr lang="zh-CN" altLang="en-US"/>
        </a:p>
      </dgm:t>
    </dgm:pt>
    <dgm:pt modelId="{EA52A404-4110-444E-967D-B9CCA03B6553}" type="sibTrans" cxnId="{376C522F-0DBC-4634-92B8-D1114AB690D4}">
      <dgm:prSet/>
      <dgm:spPr/>
      <dgm:t>
        <a:bodyPr/>
        <a:lstStyle/>
        <a:p>
          <a:endParaRPr lang="zh-CN" altLang="en-US"/>
        </a:p>
      </dgm:t>
    </dgm:pt>
    <dgm:pt modelId="{910F1CF6-3DFC-4A28-9ED8-36ED7E6CF7BE}">
      <dgm:prSet phldrT="[文本]"/>
      <dgm:spPr/>
      <dgm:t>
        <a:bodyPr/>
        <a:lstStyle/>
        <a:p>
          <a:r>
            <a:rPr lang="en-US" altLang="zh-CN" dirty="0" smtClean="0"/>
            <a:t>Chief Engineer </a:t>
          </a:r>
        </a:p>
        <a:p>
          <a:r>
            <a:rPr lang="en-US" altLang="zh-CN" dirty="0" smtClean="0"/>
            <a:t>Sheng Chen</a:t>
          </a:r>
          <a:endParaRPr lang="zh-CN" altLang="en-US" dirty="0"/>
        </a:p>
      </dgm:t>
    </dgm:pt>
    <dgm:pt modelId="{A8BF01EB-4E18-4755-805D-3B39DC48C10C}" type="parTrans" cxnId="{C3DAFE89-8575-443E-BD26-CE2100A7677D}">
      <dgm:prSet/>
      <dgm:spPr/>
      <dgm:t>
        <a:bodyPr/>
        <a:lstStyle/>
        <a:p>
          <a:endParaRPr lang="zh-CN" altLang="en-US"/>
        </a:p>
      </dgm:t>
    </dgm:pt>
    <dgm:pt modelId="{D13898C6-AC7F-4090-A10B-67005503D954}" type="sibTrans" cxnId="{C3DAFE89-8575-443E-BD26-CE2100A7677D}">
      <dgm:prSet/>
      <dgm:spPr/>
      <dgm:t>
        <a:bodyPr/>
        <a:lstStyle/>
        <a:p>
          <a:endParaRPr lang="zh-CN" altLang="en-US"/>
        </a:p>
      </dgm:t>
    </dgm:pt>
    <dgm:pt modelId="{40CA6B5D-E3F0-4133-8B6D-C938A6FDA5FC}">
      <dgm:prSet phldrT="[文本]"/>
      <dgm:spPr/>
      <dgm:t>
        <a:bodyPr/>
        <a:lstStyle/>
        <a:p>
          <a:r>
            <a:rPr lang="en-US" altLang="zh-CN" b="1" dirty="0" smtClean="0"/>
            <a:t>Paper Container Machineries Provider </a:t>
          </a:r>
          <a:endParaRPr lang="zh-CN" altLang="en-US" b="1" dirty="0"/>
        </a:p>
      </dgm:t>
    </dgm:pt>
    <dgm:pt modelId="{CFB41D21-DAC7-405F-A10A-2F596B0FBBBF}" type="parTrans" cxnId="{041F366F-92ED-45D2-A7DA-F21BFC28B3BD}">
      <dgm:prSet/>
      <dgm:spPr/>
      <dgm:t>
        <a:bodyPr/>
        <a:lstStyle/>
        <a:p>
          <a:endParaRPr lang="zh-CN" altLang="en-US"/>
        </a:p>
      </dgm:t>
    </dgm:pt>
    <dgm:pt modelId="{5A378C62-7807-4458-9837-DE9BCA6D21EB}" type="sibTrans" cxnId="{041F366F-92ED-45D2-A7DA-F21BFC28B3BD}">
      <dgm:prSet/>
      <dgm:spPr/>
      <dgm:t>
        <a:bodyPr/>
        <a:lstStyle/>
        <a:p>
          <a:endParaRPr lang="zh-CN" altLang="en-US"/>
        </a:p>
      </dgm:t>
    </dgm:pt>
    <dgm:pt modelId="{91B04E58-C742-4AA0-B018-6B05274986E7}">
      <dgm:prSet phldrT="[文本]"/>
      <dgm:spPr/>
      <dgm:t>
        <a:bodyPr/>
        <a:lstStyle/>
        <a:p>
          <a:r>
            <a:rPr lang="en-US" altLang="zh-CN" b="1" dirty="0" smtClean="0"/>
            <a:t>R&amp;D Driver </a:t>
          </a:r>
          <a:endParaRPr lang="zh-CN" altLang="en-US" b="1" dirty="0"/>
        </a:p>
      </dgm:t>
    </dgm:pt>
    <dgm:pt modelId="{4575DDFD-6695-4404-A71B-040231A7B7A5}" type="parTrans" cxnId="{AFCD7DC6-0BBE-48AB-A2EE-84FC0747D420}">
      <dgm:prSet/>
      <dgm:spPr/>
      <dgm:t>
        <a:bodyPr/>
        <a:lstStyle/>
        <a:p>
          <a:endParaRPr lang="zh-CN" altLang="en-US"/>
        </a:p>
      </dgm:t>
    </dgm:pt>
    <dgm:pt modelId="{F2F0EE2B-970C-408C-A6E8-2125138FC21B}" type="sibTrans" cxnId="{AFCD7DC6-0BBE-48AB-A2EE-84FC0747D420}">
      <dgm:prSet/>
      <dgm:spPr/>
      <dgm:t>
        <a:bodyPr/>
        <a:lstStyle/>
        <a:p>
          <a:endParaRPr lang="zh-CN" altLang="en-US"/>
        </a:p>
      </dgm:t>
    </dgm:pt>
    <dgm:pt modelId="{148DDD2F-A3B2-4856-8A5D-E968E0A017F8}">
      <dgm:prSet phldrT="[文本]"/>
      <dgm:spPr/>
      <dgm:t>
        <a:bodyPr/>
        <a:lstStyle/>
        <a:p>
          <a:r>
            <a:rPr lang="en-US" altLang="zh-CN" b="1" dirty="0" smtClean="0"/>
            <a:t>15+ years Experience in European Manufacturer Operating </a:t>
          </a:r>
          <a:endParaRPr lang="zh-CN" altLang="en-US" b="1" dirty="0"/>
        </a:p>
      </dgm:t>
    </dgm:pt>
    <dgm:pt modelId="{A2E738FC-5484-459D-B785-62FD9A1694F6}" type="parTrans" cxnId="{7E445D65-F0E5-46AF-BA8F-D286A0833D8E}">
      <dgm:prSet/>
      <dgm:spPr/>
      <dgm:t>
        <a:bodyPr/>
        <a:lstStyle/>
        <a:p>
          <a:endParaRPr lang="zh-CN" altLang="en-US"/>
        </a:p>
      </dgm:t>
    </dgm:pt>
    <dgm:pt modelId="{DF683082-50F6-4ABC-A93D-B42201714FD9}" type="sibTrans" cxnId="{7E445D65-F0E5-46AF-BA8F-D286A0833D8E}">
      <dgm:prSet/>
      <dgm:spPr/>
      <dgm:t>
        <a:bodyPr/>
        <a:lstStyle/>
        <a:p>
          <a:endParaRPr lang="zh-CN" altLang="en-US"/>
        </a:p>
      </dgm:t>
    </dgm:pt>
    <dgm:pt modelId="{8537E2FB-011A-4AD1-A4F6-AC5E6A3E9743}">
      <dgm:prSet phldrT="[文本]"/>
      <dgm:spPr/>
      <dgm:t>
        <a:bodyPr/>
        <a:lstStyle/>
        <a:p>
          <a:r>
            <a:rPr lang="en-US" altLang="zh-CN" b="1" dirty="0" smtClean="0"/>
            <a:t>Certified PMP </a:t>
          </a:r>
          <a:endParaRPr lang="zh-CN" altLang="en-US" b="1" dirty="0"/>
        </a:p>
      </dgm:t>
    </dgm:pt>
    <dgm:pt modelId="{3BAFF231-C283-429B-8755-E1A82D785301}" type="parTrans" cxnId="{C220D845-6C7D-4364-946E-E7DAFC27193F}">
      <dgm:prSet/>
      <dgm:spPr/>
      <dgm:t>
        <a:bodyPr/>
        <a:lstStyle/>
        <a:p>
          <a:endParaRPr lang="zh-CN" altLang="en-US"/>
        </a:p>
      </dgm:t>
    </dgm:pt>
    <dgm:pt modelId="{ABD554EB-440B-48A6-AF24-D24DBBED5EFC}" type="sibTrans" cxnId="{C220D845-6C7D-4364-946E-E7DAFC27193F}">
      <dgm:prSet/>
      <dgm:spPr/>
      <dgm:t>
        <a:bodyPr/>
        <a:lstStyle/>
        <a:p>
          <a:endParaRPr lang="zh-CN" altLang="en-US"/>
        </a:p>
      </dgm:t>
    </dgm:pt>
    <dgm:pt modelId="{2AD21B2A-50A2-455B-B59F-4C6BE3FE372F}">
      <dgm:prSet phldrT="[文本]"/>
      <dgm:spPr/>
      <dgm:t>
        <a:bodyPr/>
        <a:lstStyle/>
        <a:p>
          <a:r>
            <a:rPr lang="en-US" altLang="zh-CN" b="1" dirty="0" smtClean="0"/>
            <a:t>Running several paper material factories.</a:t>
          </a:r>
          <a:endParaRPr lang="zh-CN" altLang="en-US" b="1" dirty="0"/>
        </a:p>
      </dgm:t>
    </dgm:pt>
    <dgm:pt modelId="{A48756D3-4FFD-4FA6-97FD-903634590AC1}" type="parTrans" cxnId="{E6D41DF5-8AE6-4363-A3EB-8E7082F31771}">
      <dgm:prSet/>
      <dgm:spPr/>
      <dgm:t>
        <a:bodyPr/>
        <a:lstStyle/>
        <a:p>
          <a:endParaRPr lang="zh-CN" altLang="en-US"/>
        </a:p>
      </dgm:t>
    </dgm:pt>
    <dgm:pt modelId="{B2A179CD-C904-4C9E-BE6E-5004C6A7DEAE}" type="sibTrans" cxnId="{E6D41DF5-8AE6-4363-A3EB-8E7082F31771}">
      <dgm:prSet/>
      <dgm:spPr/>
      <dgm:t>
        <a:bodyPr/>
        <a:lstStyle/>
        <a:p>
          <a:endParaRPr lang="zh-CN" altLang="en-US"/>
        </a:p>
      </dgm:t>
    </dgm:pt>
    <dgm:pt modelId="{5DC51765-19B8-4563-92C1-BE994AD4037B}">
      <dgm:prSet phldrT="[文本]"/>
      <dgm:spPr/>
      <dgm:t>
        <a:bodyPr/>
        <a:lstStyle/>
        <a:p>
          <a:r>
            <a:rPr lang="en-US" altLang="zh-CN" b="1" dirty="0" smtClean="0"/>
            <a:t>20+ years in paper industry.</a:t>
          </a:r>
          <a:endParaRPr lang="zh-CN" altLang="en-US" b="1" dirty="0"/>
        </a:p>
      </dgm:t>
    </dgm:pt>
    <dgm:pt modelId="{311B1CA0-E73C-47D5-B892-6ACEDD9E8221}" type="parTrans" cxnId="{6703F94F-2FA4-49AE-8C0B-1870317DA389}">
      <dgm:prSet/>
      <dgm:spPr/>
      <dgm:t>
        <a:bodyPr/>
        <a:lstStyle/>
        <a:p>
          <a:endParaRPr lang="zh-CN" altLang="en-US"/>
        </a:p>
      </dgm:t>
    </dgm:pt>
    <dgm:pt modelId="{2CC84EE3-29FB-451A-9565-8DD1B125E436}" type="sibTrans" cxnId="{6703F94F-2FA4-49AE-8C0B-1870317DA389}">
      <dgm:prSet/>
      <dgm:spPr/>
      <dgm:t>
        <a:bodyPr/>
        <a:lstStyle/>
        <a:p>
          <a:endParaRPr lang="zh-CN" altLang="en-US"/>
        </a:p>
      </dgm:t>
    </dgm:pt>
    <dgm:pt modelId="{71D7E863-F717-4DAD-8AA5-BB1C675B6F42}">
      <dgm:prSet phldrT="[文本]"/>
      <dgm:spPr/>
      <dgm:t>
        <a:bodyPr/>
        <a:lstStyle/>
        <a:p>
          <a:r>
            <a:rPr lang="en-US" altLang="zh-CN" dirty="0" smtClean="0"/>
            <a:t>Sales Director</a:t>
          </a:r>
        </a:p>
        <a:p>
          <a:r>
            <a:rPr lang="en-US" altLang="zh-CN" dirty="0" smtClean="0"/>
            <a:t>Shawn Qu</a:t>
          </a:r>
          <a:endParaRPr lang="zh-CN" altLang="en-US" dirty="0"/>
        </a:p>
      </dgm:t>
    </dgm:pt>
    <dgm:pt modelId="{8F52F181-5BC5-46DB-A4D7-13AECE6268A8}" type="parTrans" cxnId="{ABBD49B3-1DB6-43A9-9899-5AF930D578FB}">
      <dgm:prSet/>
      <dgm:spPr/>
      <dgm:t>
        <a:bodyPr/>
        <a:lstStyle/>
        <a:p>
          <a:endParaRPr lang="zh-CN" altLang="en-US"/>
        </a:p>
      </dgm:t>
    </dgm:pt>
    <dgm:pt modelId="{D8E3A802-E992-4B18-8FD1-F2A063D9E6DB}" type="sibTrans" cxnId="{ABBD49B3-1DB6-43A9-9899-5AF930D578FB}">
      <dgm:prSet/>
      <dgm:spPr/>
      <dgm:t>
        <a:bodyPr/>
        <a:lstStyle/>
        <a:p>
          <a:endParaRPr lang="zh-CN" altLang="en-US"/>
        </a:p>
      </dgm:t>
    </dgm:pt>
    <dgm:pt modelId="{DB5A0B63-C926-4301-A6B3-0B4BE6F8E4B3}">
      <dgm:prSet phldrT="[文本]"/>
      <dgm:spPr/>
      <dgm:t>
        <a:bodyPr/>
        <a:lstStyle/>
        <a:p>
          <a:r>
            <a:rPr lang="en-US" altLang="zh-CN" b="1" dirty="0" smtClean="0"/>
            <a:t>30+ years in tableware industry.</a:t>
          </a:r>
          <a:endParaRPr lang="zh-CN" altLang="en-US" b="1" dirty="0"/>
        </a:p>
      </dgm:t>
    </dgm:pt>
    <dgm:pt modelId="{71DE0C17-D385-4317-B387-91C9EECEAE11}" type="parTrans" cxnId="{A9BDC462-E579-4572-82FC-0217A264CDF9}">
      <dgm:prSet/>
      <dgm:spPr/>
      <dgm:t>
        <a:bodyPr/>
        <a:lstStyle/>
        <a:p>
          <a:endParaRPr lang="zh-CN" altLang="en-US"/>
        </a:p>
      </dgm:t>
    </dgm:pt>
    <dgm:pt modelId="{8945BE65-0D12-4251-B5C4-150AA452949C}" type="sibTrans" cxnId="{A9BDC462-E579-4572-82FC-0217A264CDF9}">
      <dgm:prSet/>
      <dgm:spPr/>
      <dgm:t>
        <a:bodyPr/>
        <a:lstStyle/>
        <a:p>
          <a:endParaRPr lang="zh-CN" altLang="en-US"/>
        </a:p>
      </dgm:t>
    </dgm:pt>
    <dgm:pt modelId="{B061A144-3843-4504-AE09-5F810DAC8C36}">
      <dgm:prSet phldrT="[文本]"/>
      <dgm:spPr/>
      <dgm:t>
        <a:bodyPr/>
        <a:lstStyle/>
        <a:p>
          <a:r>
            <a:rPr lang="en-US" altLang="zh-CN" b="1" dirty="0" smtClean="0"/>
            <a:t>Several Tableware factories owner</a:t>
          </a:r>
          <a:endParaRPr lang="zh-CN" altLang="en-US" b="1" dirty="0"/>
        </a:p>
      </dgm:t>
    </dgm:pt>
    <dgm:pt modelId="{DF670F92-3D9F-46EB-AF5D-3964543409F9}" type="parTrans" cxnId="{27BFB70C-CE30-4486-A824-1AF11FEEF27F}">
      <dgm:prSet/>
      <dgm:spPr/>
      <dgm:t>
        <a:bodyPr/>
        <a:lstStyle/>
        <a:p>
          <a:endParaRPr lang="zh-CN" altLang="en-US"/>
        </a:p>
      </dgm:t>
    </dgm:pt>
    <dgm:pt modelId="{7EBCE989-8FEF-4DA4-8B11-874BF90E1CC9}" type="sibTrans" cxnId="{27BFB70C-CE30-4486-A824-1AF11FEEF27F}">
      <dgm:prSet/>
      <dgm:spPr/>
      <dgm:t>
        <a:bodyPr/>
        <a:lstStyle/>
        <a:p>
          <a:endParaRPr lang="zh-CN" altLang="en-US"/>
        </a:p>
      </dgm:t>
    </dgm:pt>
    <dgm:pt modelId="{47E7D7D2-05F0-4CD6-98E4-AB88293CBCE4}">
      <dgm:prSet phldrT="[文本]"/>
      <dgm:spPr/>
      <dgm:t>
        <a:bodyPr/>
        <a:lstStyle/>
        <a:p>
          <a:r>
            <a:rPr lang="en-US" altLang="zh-CN" b="1" dirty="0" smtClean="0"/>
            <a:t>Key Sales in US market </a:t>
          </a:r>
          <a:endParaRPr lang="zh-CN" altLang="en-US" b="1" dirty="0"/>
        </a:p>
      </dgm:t>
    </dgm:pt>
    <dgm:pt modelId="{3C01CCC6-4821-420D-922F-80CF266EB3E5}" type="parTrans" cxnId="{DD861972-59A8-4562-87E1-7594C6E53B34}">
      <dgm:prSet/>
      <dgm:spPr/>
      <dgm:t>
        <a:bodyPr/>
        <a:lstStyle/>
        <a:p>
          <a:endParaRPr lang="zh-CN" altLang="en-US"/>
        </a:p>
      </dgm:t>
    </dgm:pt>
    <dgm:pt modelId="{669EB678-4339-43F5-B277-0BBAC45B4AED}" type="sibTrans" cxnId="{DD861972-59A8-4562-87E1-7594C6E53B34}">
      <dgm:prSet/>
      <dgm:spPr/>
      <dgm:t>
        <a:bodyPr/>
        <a:lstStyle/>
        <a:p>
          <a:endParaRPr lang="zh-CN" altLang="en-US"/>
        </a:p>
      </dgm:t>
    </dgm:pt>
    <dgm:pt modelId="{57D92813-47F3-423C-BDAD-6F72B5F7CEA7}" type="pres">
      <dgm:prSet presAssocID="{AEA525B8-3A54-4EF7-B411-A3ECEB85C34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ED92CB2-B64B-4B7D-9D36-0AF44FCBE874}" type="pres">
      <dgm:prSet presAssocID="{083EF4DC-720A-4EE7-B05D-BF89EB414709}" presName="composite" presStyleCnt="0"/>
      <dgm:spPr/>
    </dgm:pt>
    <dgm:pt modelId="{584BB908-CBC7-498A-87EE-DA19418BF5F1}" type="pres">
      <dgm:prSet presAssocID="{083EF4DC-720A-4EE7-B05D-BF89EB414709}" presName="parTx" presStyleLbl="alignNode1" presStyleIdx="0" presStyleCnt="4" custLinFactNeighborY="-104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BB2917E-9810-40AB-898B-31C005D88692}" type="pres">
      <dgm:prSet presAssocID="{083EF4DC-720A-4EE7-B05D-BF89EB414709}" presName="desTx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495219D-EB82-4C64-867B-560C2F80056C}" type="pres">
      <dgm:prSet presAssocID="{FCCE318A-58D8-42EE-95E8-B61F8FF19998}" presName="space" presStyleCnt="0"/>
      <dgm:spPr/>
    </dgm:pt>
    <dgm:pt modelId="{2395CCDE-5FF8-4881-BA27-15CC89B12E23}" type="pres">
      <dgm:prSet presAssocID="{12329220-C49F-4924-91AB-C79A4DBE6233}" presName="composite" presStyleCnt="0"/>
      <dgm:spPr/>
    </dgm:pt>
    <dgm:pt modelId="{220F90B9-4403-4EE7-B2DE-7B40D82394F8}" type="pres">
      <dgm:prSet presAssocID="{12329220-C49F-4924-91AB-C79A4DBE6233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7995D35-930C-4CA9-9109-2BFBFBFE3220}" type="pres">
      <dgm:prSet presAssocID="{12329220-C49F-4924-91AB-C79A4DBE6233}" presName="desTx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FDDF43D-AC23-4144-9811-792522418B11}" type="pres">
      <dgm:prSet presAssocID="{869B399A-3C78-4DF2-8E96-7801CA7C7BE6}" presName="space" presStyleCnt="0"/>
      <dgm:spPr/>
    </dgm:pt>
    <dgm:pt modelId="{A63CE40C-E393-43C1-A02B-B3D8314694E0}" type="pres">
      <dgm:prSet presAssocID="{910F1CF6-3DFC-4A28-9ED8-36ED7E6CF7BE}" presName="composite" presStyleCnt="0"/>
      <dgm:spPr/>
    </dgm:pt>
    <dgm:pt modelId="{9800C598-090D-4080-B64C-BA1942B08052}" type="pres">
      <dgm:prSet presAssocID="{910F1CF6-3DFC-4A28-9ED8-36ED7E6CF7BE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6328766-1F3B-42E9-A8D6-8CDB317C56B8}" type="pres">
      <dgm:prSet presAssocID="{910F1CF6-3DFC-4A28-9ED8-36ED7E6CF7BE}" presName="desTx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8052C53-29F4-4509-84BF-00E0FA99C158}" type="pres">
      <dgm:prSet presAssocID="{D13898C6-AC7F-4090-A10B-67005503D954}" presName="space" presStyleCnt="0"/>
      <dgm:spPr/>
    </dgm:pt>
    <dgm:pt modelId="{75A3C49A-D807-49E9-AB43-7F73AE4F01EA}" type="pres">
      <dgm:prSet presAssocID="{71D7E863-F717-4DAD-8AA5-BB1C675B6F42}" presName="composite" presStyleCnt="0"/>
      <dgm:spPr/>
    </dgm:pt>
    <dgm:pt modelId="{44F3A192-F7D2-47E5-9C82-389E2ED330C9}" type="pres">
      <dgm:prSet presAssocID="{71D7E863-F717-4DAD-8AA5-BB1C675B6F42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40BD26D-7446-432C-A002-54D0297A3E95}" type="pres">
      <dgm:prSet presAssocID="{71D7E863-F717-4DAD-8AA5-BB1C675B6F42}" presName="desTx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F2E6F486-0773-463D-83B1-E3C77CC6A60D}" type="presOf" srcId="{148DDD2F-A3B2-4856-8A5D-E968E0A017F8}" destId="{CBB2917E-9810-40AB-898B-31C005D88692}" srcOrd="0" destOrd="2" presId="urn:microsoft.com/office/officeart/2005/8/layout/hList1"/>
    <dgm:cxn modelId="{5A41BAE1-D400-4B8A-9FD5-A2C760F7620B}" srcId="{083EF4DC-720A-4EE7-B05D-BF89EB414709}" destId="{82EC2986-3EE4-4C76-9E0B-24D527470E27}" srcOrd="1" destOrd="0" parTransId="{C44B4E00-4E52-4A64-88CD-8E76B73BB5E7}" sibTransId="{A97E2F9B-967A-44F3-B0BE-EE71470BE415}"/>
    <dgm:cxn modelId="{AFCD7DC6-0BBE-48AB-A2EE-84FC0747D420}" srcId="{910F1CF6-3DFC-4A28-9ED8-36ED7E6CF7BE}" destId="{91B04E58-C742-4AA0-B018-6B05274986E7}" srcOrd="2" destOrd="0" parTransId="{4575DDFD-6695-4404-A71B-040231A7B7A5}" sibTransId="{F2F0EE2B-970C-408C-A6E8-2125138FC21B}"/>
    <dgm:cxn modelId="{A9BDC462-E579-4572-82FC-0217A264CDF9}" srcId="{71D7E863-F717-4DAD-8AA5-BB1C675B6F42}" destId="{DB5A0B63-C926-4301-A6B3-0B4BE6F8E4B3}" srcOrd="0" destOrd="0" parTransId="{71DE0C17-D385-4317-B387-91C9EECEAE11}" sibTransId="{8945BE65-0D12-4251-B5C4-150AA452949C}"/>
    <dgm:cxn modelId="{519A4B92-B437-4AE2-95F4-90863B14BFB0}" type="presOf" srcId="{71D7E863-F717-4DAD-8AA5-BB1C675B6F42}" destId="{44F3A192-F7D2-47E5-9C82-389E2ED330C9}" srcOrd="0" destOrd="0" presId="urn:microsoft.com/office/officeart/2005/8/layout/hList1"/>
    <dgm:cxn modelId="{6703F94F-2FA4-49AE-8C0B-1870317DA389}" srcId="{910F1CF6-3DFC-4A28-9ED8-36ED7E6CF7BE}" destId="{5DC51765-19B8-4563-92C1-BE994AD4037B}" srcOrd="0" destOrd="0" parTransId="{311B1CA0-E73C-47D5-B892-6ACEDD9E8221}" sibTransId="{2CC84EE3-29FB-451A-9565-8DD1B125E436}"/>
    <dgm:cxn modelId="{C078BE58-26A6-4347-A5B4-B82AF9FAE99A}" type="presOf" srcId="{8537E2FB-011A-4AD1-A4F6-AC5E6A3E9743}" destId="{CBB2917E-9810-40AB-898B-31C005D88692}" srcOrd="0" destOrd="0" presId="urn:microsoft.com/office/officeart/2005/8/layout/hList1"/>
    <dgm:cxn modelId="{C3DAFE89-8575-443E-BD26-CE2100A7677D}" srcId="{AEA525B8-3A54-4EF7-B411-A3ECEB85C341}" destId="{910F1CF6-3DFC-4A28-9ED8-36ED7E6CF7BE}" srcOrd="2" destOrd="0" parTransId="{A8BF01EB-4E18-4755-805D-3B39DC48C10C}" sibTransId="{D13898C6-AC7F-4090-A10B-67005503D954}"/>
    <dgm:cxn modelId="{DE33CC16-56C2-492C-815D-F338F5536532}" type="presOf" srcId="{DB5A0B63-C926-4301-A6B3-0B4BE6F8E4B3}" destId="{C40BD26D-7446-432C-A002-54D0297A3E95}" srcOrd="0" destOrd="0" presId="urn:microsoft.com/office/officeart/2005/8/layout/hList1"/>
    <dgm:cxn modelId="{4CB4AB08-1DC3-44B1-BA08-B448EDCEB0A7}" type="presOf" srcId="{40CA6B5D-E3F0-4133-8B6D-C938A6FDA5FC}" destId="{16328766-1F3B-42E9-A8D6-8CDB317C56B8}" srcOrd="0" destOrd="1" presId="urn:microsoft.com/office/officeart/2005/8/layout/hList1"/>
    <dgm:cxn modelId="{ABBD49B3-1DB6-43A9-9899-5AF930D578FB}" srcId="{AEA525B8-3A54-4EF7-B411-A3ECEB85C341}" destId="{71D7E863-F717-4DAD-8AA5-BB1C675B6F42}" srcOrd="3" destOrd="0" parTransId="{8F52F181-5BC5-46DB-A4D7-13AECE6268A8}" sibTransId="{D8E3A802-E992-4B18-8FD1-F2A063D9E6DB}"/>
    <dgm:cxn modelId="{5CDE607C-8DFF-42E6-9237-BA19F22E7E4F}" type="presOf" srcId="{35C3ADBB-5C15-4856-A7A3-AED732CCC249}" destId="{97995D35-930C-4CA9-9109-2BFBFBFE3220}" srcOrd="0" destOrd="0" presId="urn:microsoft.com/office/officeart/2005/8/layout/hList1"/>
    <dgm:cxn modelId="{1CC6A207-DFCB-4CE9-9C5E-57E23C589E2A}" type="presOf" srcId="{12329220-C49F-4924-91AB-C79A4DBE6233}" destId="{220F90B9-4403-4EE7-B2DE-7B40D82394F8}" srcOrd="0" destOrd="0" presId="urn:microsoft.com/office/officeart/2005/8/layout/hList1"/>
    <dgm:cxn modelId="{AEB68A98-449B-478F-894E-49101923BC6E}" srcId="{AEA525B8-3A54-4EF7-B411-A3ECEB85C341}" destId="{12329220-C49F-4924-91AB-C79A4DBE6233}" srcOrd="1" destOrd="0" parTransId="{E34AAB70-5556-4D0E-839E-63117ACABCA4}" sibTransId="{869B399A-3C78-4DF2-8E96-7801CA7C7BE6}"/>
    <dgm:cxn modelId="{7E445D65-F0E5-46AF-BA8F-D286A0833D8E}" srcId="{083EF4DC-720A-4EE7-B05D-BF89EB414709}" destId="{148DDD2F-A3B2-4856-8A5D-E968E0A017F8}" srcOrd="2" destOrd="0" parTransId="{A2E738FC-5484-459D-B785-62FD9A1694F6}" sibTransId="{DF683082-50F6-4ABC-A93D-B42201714FD9}"/>
    <dgm:cxn modelId="{893B429D-BCC8-4743-B398-E87401A328A5}" type="presOf" srcId="{B061A144-3843-4504-AE09-5F810DAC8C36}" destId="{C40BD26D-7446-432C-A002-54D0297A3E95}" srcOrd="0" destOrd="1" presId="urn:microsoft.com/office/officeart/2005/8/layout/hList1"/>
    <dgm:cxn modelId="{C220D845-6C7D-4364-946E-E7DAFC27193F}" srcId="{083EF4DC-720A-4EE7-B05D-BF89EB414709}" destId="{8537E2FB-011A-4AD1-A4F6-AC5E6A3E9743}" srcOrd="0" destOrd="0" parTransId="{3BAFF231-C283-429B-8755-E1A82D785301}" sibTransId="{ABD554EB-440B-48A6-AF24-D24DBBED5EFC}"/>
    <dgm:cxn modelId="{B66DCF8C-3C71-411F-AB22-81F5EB2B1AB2}" type="presOf" srcId="{6C8D3F19-9C42-424B-8567-9829D3FA132C}" destId="{97995D35-930C-4CA9-9109-2BFBFBFE3220}" srcOrd="0" destOrd="1" presId="urn:microsoft.com/office/officeart/2005/8/layout/hList1"/>
    <dgm:cxn modelId="{6949DEA7-3513-4FAF-BB89-CC7DAAFD3C2A}" type="presOf" srcId="{AEA525B8-3A54-4EF7-B411-A3ECEB85C341}" destId="{57D92813-47F3-423C-BDAD-6F72B5F7CEA7}" srcOrd="0" destOrd="0" presId="urn:microsoft.com/office/officeart/2005/8/layout/hList1"/>
    <dgm:cxn modelId="{282973BA-3408-4A02-BC33-8316D6586A72}" type="presOf" srcId="{5DC51765-19B8-4563-92C1-BE994AD4037B}" destId="{16328766-1F3B-42E9-A8D6-8CDB317C56B8}" srcOrd="0" destOrd="0" presId="urn:microsoft.com/office/officeart/2005/8/layout/hList1"/>
    <dgm:cxn modelId="{3E04F37A-DA94-4E90-9100-EE89C7ED0EE0}" type="presOf" srcId="{82EC2986-3EE4-4C76-9E0B-24D527470E27}" destId="{CBB2917E-9810-40AB-898B-31C005D88692}" srcOrd="0" destOrd="1" presId="urn:microsoft.com/office/officeart/2005/8/layout/hList1"/>
    <dgm:cxn modelId="{C1493892-107E-4612-A7B7-44D78EF8DD66}" srcId="{12329220-C49F-4924-91AB-C79A4DBE6233}" destId="{35C3ADBB-5C15-4856-A7A3-AED732CCC249}" srcOrd="0" destOrd="0" parTransId="{D1776054-C310-4332-AA6C-FDFB8F65B9C9}" sibTransId="{6423B287-9CD9-4274-BB70-9FF6ABA7C16E}"/>
    <dgm:cxn modelId="{FD939102-017F-444D-9785-5F604EA518E6}" type="presOf" srcId="{083EF4DC-720A-4EE7-B05D-BF89EB414709}" destId="{584BB908-CBC7-498A-87EE-DA19418BF5F1}" srcOrd="0" destOrd="0" presId="urn:microsoft.com/office/officeart/2005/8/layout/hList1"/>
    <dgm:cxn modelId="{8F6BDF19-98AE-4894-8947-8CC06890C3A0}" type="presOf" srcId="{910F1CF6-3DFC-4A28-9ED8-36ED7E6CF7BE}" destId="{9800C598-090D-4080-B64C-BA1942B08052}" srcOrd="0" destOrd="0" presId="urn:microsoft.com/office/officeart/2005/8/layout/hList1"/>
    <dgm:cxn modelId="{376C522F-0DBC-4634-92B8-D1114AB690D4}" srcId="{12329220-C49F-4924-91AB-C79A4DBE6233}" destId="{6C8D3F19-9C42-424B-8567-9829D3FA132C}" srcOrd="1" destOrd="0" parTransId="{17363D8A-ED11-4CFD-8542-044DBC57FE9F}" sibTransId="{EA52A404-4110-444E-967D-B9CCA03B6553}"/>
    <dgm:cxn modelId="{B36C443C-F1DF-4B4C-A701-0B6E71197D78}" type="presOf" srcId="{91B04E58-C742-4AA0-B018-6B05274986E7}" destId="{16328766-1F3B-42E9-A8D6-8CDB317C56B8}" srcOrd="0" destOrd="2" presId="urn:microsoft.com/office/officeart/2005/8/layout/hList1"/>
    <dgm:cxn modelId="{041F366F-92ED-45D2-A7DA-F21BFC28B3BD}" srcId="{910F1CF6-3DFC-4A28-9ED8-36ED7E6CF7BE}" destId="{40CA6B5D-E3F0-4133-8B6D-C938A6FDA5FC}" srcOrd="1" destOrd="0" parTransId="{CFB41D21-DAC7-405F-A10A-2F596B0FBBBF}" sibTransId="{5A378C62-7807-4458-9837-DE9BCA6D21EB}"/>
    <dgm:cxn modelId="{080452B1-5947-421A-8D79-A29BD999927B}" type="presOf" srcId="{2AD21B2A-50A2-455B-B59F-4C6BE3FE372F}" destId="{97995D35-930C-4CA9-9109-2BFBFBFE3220}" srcOrd="0" destOrd="2" presId="urn:microsoft.com/office/officeart/2005/8/layout/hList1"/>
    <dgm:cxn modelId="{E6D41DF5-8AE6-4363-A3EB-8E7082F31771}" srcId="{12329220-C49F-4924-91AB-C79A4DBE6233}" destId="{2AD21B2A-50A2-455B-B59F-4C6BE3FE372F}" srcOrd="2" destOrd="0" parTransId="{A48756D3-4FFD-4FA6-97FD-903634590AC1}" sibTransId="{B2A179CD-C904-4C9E-BE6E-5004C6A7DEAE}"/>
    <dgm:cxn modelId="{EBE8B140-7DCA-4893-9F43-63803AA57F37}" srcId="{AEA525B8-3A54-4EF7-B411-A3ECEB85C341}" destId="{083EF4DC-720A-4EE7-B05D-BF89EB414709}" srcOrd="0" destOrd="0" parTransId="{957E640F-DAA8-43C2-941A-BAEBFEA37933}" sibTransId="{FCCE318A-58D8-42EE-95E8-B61F8FF19998}"/>
    <dgm:cxn modelId="{27BFB70C-CE30-4486-A824-1AF11FEEF27F}" srcId="{71D7E863-F717-4DAD-8AA5-BB1C675B6F42}" destId="{B061A144-3843-4504-AE09-5F810DAC8C36}" srcOrd="1" destOrd="0" parTransId="{DF670F92-3D9F-46EB-AF5D-3964543409F9}" sibTransId="{7EBCE989-8FEF-4DA4-8B11-874BF90E1CC9}"/>
    <dgm:cxn modelId="{DD861972-59A8-4562-87E1-7594C6E53B34}" srcId="{71D7E863-F717-4DAD-8AA5-BB1C675B6F42}" destId="{47E7D7D2-05F0-4CD6-98E4-AB88293CBCE4}" srcOrd="2" destOrd="0" parTransId="{3C01CCC6-4821-420D-922F-80CF266EB3E5}" sibTransId="{669EB678-4339-43F5-B277-0BBAC45B4AED}"/>
    <dgm:cxn modelId="{70B71A00-BE62-4E68-A08C-64C168E84683}" type="presOf" srcId="{47E7D7D2-05F0-4CD6-98E4-AB88293CBCE4}" destId="{C40BD26D-7446-432C-A002-54D0297A3E95}" srcOrd="0" destOrd="2" presId="urn:microsoft.com/office/officeart/2005/8/layout/hList1"/>
    <dgm:cxn modelId="{31F675D6-FA79-4A8E-9AE1-1548CDAE9111}" type="presParOf" srcId="{57D92813-47F3-423C-BDAD-6F72B5F7CEA7}" destId="{DED92CB2-B64B-4B7D-9D36-0AF44FCBE874}" srcOrd="0" destOrd="0" presId="urn:microsoft.com/office/officeart/2005/8/layout/hList1"/>
    <dgm:cxn modelId="{5F9310EB-1770-4A6B-A5BB-A0B48FD80B77}" type="presParOf" srcId="{DED92CB2-B64B-4B7D-9D36-0AF44FCBE874}" destId="{584BB908-CBC7-498A-87EE-DA19418BF5F1}" srcOrd="0" destOrd="0" presId="urn:microsoft.com/office/officeart/2005/8/layout/hList1"/>
    <dgm:cxn modelId="{DFA7AC1E-5CBE-4FA3-AEED-39B51A0A0B67}" type="presParOf" srcId="{DED92CB2-B64B-4B7D-9D36-0AF44FCBE874}" destId="{CBB2917E-9810-40AB-898B-31C005D88692}" srcOrd="1" destOrd="0" presId="urn:microsoft.com/office/officeart/2005/8/layout/hList1"/>
    <dgm:cxn modelId="{6D26B3C2-106A-42D8-892C-815C6423766C}" type="presParOf" srcId="{57D92813-47F3-423C-BDAD-6F72B5F7CEA7}" destId="{3495219D-EB82-4C64-867B-560C2F80056C}" srcOrd="1" destOrd="0" presId="urn:microsoft.com/office/officeart/2005/8/layout/hList1"/>
    <dgm:cxn modelId="{4FD57DE4-7867-4ADA-B862-F37924ADD9DC}" type="presParOf" srcId="{57D92813-47F3-423C-BDAD-6F72B5F7CEA7}" destId="{2395CCDE-5FF8-4881-BA27-15CC89B12E23}" srcOrd="2" destOrd="0" presId="urn:microsoft.com/office/officeart/2005/8/layout/hList1"/>
    <dgm:cxn modelId="{6EF59A14-A413-487B-8E6A-5EA5784FA9F5}" type="presParOf" srcId="{2395CCDE-5FF8-4881-BA27-15CC89B12E23}" destId="{220F90B9-4403-4EE7-B2DE-7B40D82394F8}" srcOrd="0" destOrd="0" presId="urn:microsoft.com/office/officeart/2005/8/layout/hList1"/>
    <dgm:cxn modelId="{80616DB5-8944-4F3C-A5A0-3C22D3CB6747}" type="presParOf" srcId="{2395CCDE-5FF8-4881-BA27-15CC89B12E23}" destId="{97995D35-930C-4CA9-9109-2BFBFBFE3220}" srcOrd="1" destOrd="0" presId="urn:microsoft.com/office/officeart/2005/8/layout/hList1"/>
    <dgm:cxn modelId="{5D5BE94A-44D2-46A7-8CE3-BFA4E97F2E4F}" type="presParOf" srcId="{57D92813-47F3-423C-BDAD-6F72B5F7CEA7}" destId="{FFDDF43D-AC23-4144-9811-792522418B11}" srcOrd="3" destOrd="0" presId="urn:microsoft.com/office/officeart/2005/8/layout/hList1"/>
    <dgm:cxn modelId="{3DEC115E-E646-4744-AE19-D9F9A34D1D6C}" type="presParOf" srcId="{57D92813-47F3-423C-BDAD-6F72B5F7CEA7}" destId="{A63CE40C-E393-43C1-A02B-B3D8314694E0}" srcOrd="4" destOrd="0" presId="urn:microsoft.com/office/officeart/2005/8/layout/hList1"/>
    <dgm:cxn modelId="{A8342141-3400-4EEE-B73E-857795ED6841}" type="presParOf" srcId="{A63CE40C-E393-43C1-A02B-B3D8314694E0}" destId="{9800C598-090D-4080-B64C-BA1942B08052}" srcOrd="0" destOrd="0" presId="urn:microsoft.com/office/officeart/2005/8/layout/hList1"/>
    <dgm:cxn modelId="{0008EE7F-DD22-48A8-9E8C-D055F90A9ED2}" type="presParOf" srcId="{A63CE40C-E393-43C1-A02B-B3D8314694E0}" destId="{16328766-1F3B-42E9-A8D6-8CDB317C56B8}" srcOrd="1" destOrd="0" presId="urn:microsoft.com/office/officeart/2005/8/layout/hList1"/>
    <dgm:cxn modelId="{F309A4F1-AF26-434E-A6D8-62E0FD014FFC}" type="presParOf" srcId="{57D92813-47F3-423C-BDAD-6F72B5F7CEA7}" destId="{B8052C53-29F4-4509-84BF-00E0FA99C158}" srcOrd="5" destOrd="0" presId="urn:microsoft.com/office/officeart/2005/8/layout/hList1"/>
    <dgm:cxn modelId="{DEAB7E52-FC91-44AB-8632-54BD5D700BDF}" type="presParOf" srcId="{57D92813-47F3-423C-BDAD-6F72B5F7CEA7}" destId="{75A3C49A-D807-49E9-AB43-7F73AE4F01EA}" srcOrd="6" destOrd="0" presId="urn:microsoft.com/office/officeart/2005/8/layout/hList1"/>
    <dgm:cxn modelId="{5A48EC16-7374-4641-8B34-C5764F0C3D5E}" type="presParOf" srcId="{75A3C49A-D807-49E9-AB43-7F73AE4F01EA}" destId="{44F3A192-F7D2-47E5-9C82-389E2ED330C9}" srcOrd="0" destOrd="0" presId="urn:microsoft.com/office/officeart/2005/8/layout/hList1"/>
    <dgm:cxn modelId="{1FE75093-8A67-4F5C-A449-BA766DB655DD}" type="presParOf" srcId="{75A3C49A-D807-49E9-AB43-7F73AE4F01EA}" destId="{C40BD26D-7446-432C-A002-54D0297A3E9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F2392B-7291-4EFD-B404-0E6F3C6878E1}">
      <dsp:nvSpPr>
        <dsp:cNvPr id="0" name=""/>
        <dsp:cNvSpPr/>
      </dsp:nvSpPr>
      <dsp:spPr>
        <a:xfrm>
          <a:off x="1382820" y="353669"/>
          <a:ext cx="4570503" cy="4570503"/>
        </a:xfrm>
        <a:prstGeom prst="pie">
          <a:avLst>
            <a:gd name="adj1" fmla="val 16200000"/>
            <a:gd name="adj2" fmla="val 1800000"/>
          </a:avLst>
        </a:prstGeom>
        <a:solidFill>
          <a:srgbClr val="C2E10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kern="1200" dirty="0" err="1" smtClean="0">
              <a:solidFill>
                <a:srgbClr val="0070C0"/>
              </a:solidFill>
            </a:rPr>
            <a:t>Millionpack</a:t>
          </a:r>
          <a:endParaRPr lang="en-US" altLang="zh-CN" sz="2400" kern="1200" dirty="0" smtClean="0">
            <a:solidFill>
              <a:srgbClr val="0070C0"/>
            </a:solidFill>
          </a:endParaRP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kern="1200" dirty="0" smtClean="0">
              <a:solidFill>
                <a:srgbClr val="0070C0"/>
              </a:solidFill>
            </a:rPr>
            <a:t>(Paper Container)</a:t>
          </a:r>
          <a:endParaRPr lang="zh-CN" altLang="en-US" sz="1800" kern="1200" dirty="0">
            <a:solidFill>
              <a:srgbClr val="0070C0"/>
            </a:solidFill>
          </a:endParaRPr>
        </a:p>
      </dsp:txBody>
      <dsp:txXfrm>
        <a:off x="3791583" y="1322181"/>
        <a:ext cx="1632322" cy="1360268"/>
      </dsp:txXfrm>
    </dsp:sp>
    <dsp:sp modelId="{CA3E9511-FB81-48D1-86F1-C947DC2189CF}">
      <dsp:nvSpPr>
        <dsp:cNvPr id="0" name=""/>
        <dsp:cNvSpPr/>
      </dsp:nvSpPr>
      <dsp:spPr>
        <a:xfrm>
          <a:off x="1329823" y="516902"/>
          <a:ext cx="4570503" cy="4570503"/>
        </a:xfrm>
        <a:prstGeom prst="pie">
          <a:avLst>
            <a:gd name="adj1" fmla="val 18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="1" kern="1200" dirty="0" err="1" smtClean="0">
              <a:solidFill>
                <a:srgbClr val="FFFF00"/>
              </a:solidFill>
            </a:rPr>
            <a:t>Plastik</a:t>
          </a:r>
          <a:r>
            <a:rPr lang="en-US" altLang="zh-CN" sz="2400" b="1" kern="1200" dirty="0" smtClean="0">
              <a:solidFill>
                <a:srgbClr val="FFFF00"/>
              </a:solidFill>
            </a:rPr>
            <a:t>(</a:t>
          </a:r>
          <a:r>
            <a:rPr lang="en-US" altLang="zh-CN" sz="2400" b="1" kern="1200" dirty="0" err="1" smtClean="0">
              <a:solidFill>
                <a:srgbClr val="FFFF00"/>
              </a:solidFill>
            </a:rPr>
            <a:t>Jieyu</a:t>
          </a:r>
          <a:r>
            <a:rPr lang="zh-CN" altLang="en-US" sz="2400" b="1" kern="1200" dirty="0" smtClean="0">
              <a:solidFill>
                <a:srgbClr val="FFFF00"/>
              </a:solidFill>
            </a:rPr>
            <a:t>）</a:t>
          </a:r>
          <a:endParaRPr lang="en-US" altLang="zh-CN" sz="2400" b="1" kern="1200" dirty="0" smtClean="0">
            <a:solidFill>
              <a:srgbClr val="FFFF00"/>
            </a:solidFill>
          </a:endParaRP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kern="1200" dirty="0" smtClean="0">
              <a:solidFill>
                <a:srgbClr val="FFFF00"/>
              </a:solidFill>
            </a:rPr>
            <a:t>PLA/PP Tableware</a:t>
          </a:r>
          <a:endParaRPr lang="zh-CN" altLang="en-US" sz="2000" kern="1200" dirty="0">
            <a:solidFill>
              <a:srgbClr val="FFFF00"/>
            </a:solidFill>
          </a:endParaRPr>
        </a:p>
      </dsp:txBody>
      <dsp:txXfrm>
        <a:off x="2418038" y="3482288"/>
        <a:ext cx="2448483" cy="1197036"/>
      </dsp:txXfrm>
    </dsp:sp>
    <dsp:sp modelId="{F6E4ADEF-C2C4-4186-882D-AB3F7ECAD5FE}">
      <dsp:nvSpPr>
        <dsp:cNvPr id="0" name=""/>
        <dsp:cNvSpPr/>
      </dsp:nvSpPr>
      <dsp:spPr>
        <a:xfrm>
          <a:off x="1235693" y="353669"/>
          <a:ext cx="4570503" cy="4570503"/>
        </a:xfrm>
        <a:prstGeom prst="pie">
          <a:avLst>
            <a:gd name="adj1" fmla="val 9000000"/>
            <a:gd name="adj2" fmla="val 16200000"/>
          </a:avLst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b="1" kern="1200" dirty="0" err="1" smtClean="0"/>
            <a:t>Corncomp</a:t>
          </a:r>
          <a:endParaRPr lang="en-US" altLang="zh-CN" sz="2400" b="1" kern="1200" dirty="0" smtClean="0"/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/>
            <a:t>（</a:t>
          </a:r>
          <a:r>
            <a:rPr lang="en-US" altLang="zh-CN" sz="1800" kern="1200" dirty="0" smtClean="0"/>
            <a:t> Straws/Salad </a:t>
          </a:r>
          <a:r>
            <a:rPr lang="en-US" altLang="zh-CN" sz="1800" kern="1200" dirty="0" smtClean="0"/>
            <a:t>Bowl/Plate</a:t>
          </a:r>
          <a:r>
            <a:rPr lang="zh-CN" altLang="en-US" sz="1800" kern="1200" dirty="0" smtClean="0"/>
            <a:t>）</a:t>
          </a:r>
          <a:endParaRPr lang="zh-CN" altLang="en-US" sz="1800" kern="1200" dirty="0"/>
        </a:p>
      </dsp:txBody>
      <dsp:txXfrm>
        <a:off x="1765109" y="1322181"/>
        <a:ext cx="1632322" cy="1360268"/>
      </dsp:txXfrm>
    </dsp:sp>
    <dsp:sp modelId="{44D044CC-9B2B-4978-BEE2-BB35BD032558}">
      <dsp:nvSpPr>
        <dsp:cNvPr id="0" name=""/>
        <dsp:cNvSpPr/>
      </dsp:nvSpPr>
      <dsp:spPr>
        <a:xfrm>
          <a:off x="1100261" y="70733"/>
          <a:ext cx="5136374" cy="5136374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FDD2B8-735F-4CC2-8875-E4939B3DC423}">
      <dsp:nvSpPr>
        <dsp:cNvPr id="0" name=""/>
        <dsp:cNvSpPr/>
      </dsp:nvSpPr>
      <dsp:spPr>
        <a:xfrm>
          <a:off x="1046888" y="233677"/>
          <a:ext cx="5136374" cy="5136374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C23AE3-07D6-43FE-8972-AD9C34A2A79F}">
      <dsp:nvSpPr>
        <dsp:cNvPr id="0" name=""/>
        <dsp:cNvSpPr/>
      </dsp:nvSpPr>
      <dsp:spPr>
        <a:xfrm>
          <a:off x="952380" y="70733"/>
          <a:ext cx="5136374" cy="5136374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4BB908-CBC7-498A-87EE-DA19418BF5F1}">
      <dsp:nvSpPr>
        <dsp:cNvPr id="0" name=""/>
        <dsp:cNvSpPr/>
      </dsp:nvSpPr>
      <dsp:spPr>
        <a:xfrm>
          <a:off x="3140" y="873303"/>
          <a:ext cx="1888381" cy="647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/>
            <a:t>Managing Director</a:t>
          </a:r>
        </a:p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/>
            <a:t>Steven Zhu</a:t>
          </a:r>
          <a:endParaRPr lang="zh-CN" altLang="en-US" sz="1700" kern="1200" dirty="0"/>
        </a:p>
      </dsp:txBody>
      <dsp:txXfrm>
        <a:off x="3140" y="873303"/>
        <a:ext cx="1888381" cy="647390"/>
      </dsp:txXfrm>
    </dsp:sp>
    <dsp:sp modelId="{CBB2917E-9810-40AB-898B-31C005D88692}">
      <dsp:nvSpPr>
        <dsp:cNvPr id="0" name=""/>
        <dsp:cNvSpPr/>
      </dsp:nvSpPr>
      <dsp:spPr>
        <a:xfrm>
          <a:off x="3140" y="1527452"/>
          <a:ext cx="1888381" cy="24455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700" b="1" kern="1200" dirty="0" smtClean="0"/>
            <a:t>Certified PMP </a:t>
          </a:r>
          <a:endParaRPr lang="zh-CN" altLang="en-US" sz="1700" b="1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700" b="1" kern="1200" dirty="0" smtClean="0"/>
            <a:t>Canadian CPA </a:t>
          </a:r>
          <a:endParaRPr lang="zh-CN" altLang="en-US" sz="1700" b="1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700" b="1" kern="1200" dirty="0" smtClean="0"/>
            <a:t>15+ years Experience in European Manufacturer Operating </a:t>
          </a:r>
          <a:endParaRPr lang="zh-CN" altLang="en-US" sz="1700" b="1" kern="1200" dirty="0"/>
        </a:p>
      </dsp:txBody>
      <dsp:txXfrm>
        <a:off x="3140" y="1527452"/>
        <a:ext cx="1888381" cy="2445537"/>
      </dsp:txXfrm>
    </dsp:sp>
    <dsp:sp modelId="{220F90B9-4403-4EE7-B2DE-7B40D82394F8}">
      <dsp:nvSpPr>
        <dsp:cNvPr id="0" name=""/>
        <dsp:cNvSpPr/>
      </dsp:nvSpPr>
      <dsp:spPr>
        <a:xfrm>
          <a:off x="2155895" y="880061"/>
          <a:ext cx="1888381" cy="647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/>
            <a:t>Chairman</a:t>
          </a:r>
        </a:p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/>
            <a:t>Wilson Wang</a:t>
          </a:r>
          <a:endParaRPr lang="zh-CN" altLang="en-US" sz="1700" kern="1200" dirty="0"/>
        </a:p>
      </dsp:txBody>
      <dsp:txXfrm>
        <a:off x="2155895" y="880061"/>
        <a:ext cx="1888381" cy="647390"/>
      </dsp:txXfrm>
    </dsp:sp>
    <dsp:sp modelId="{97995D35-930C-4CA9-9109-2BFBFBFE3220}">
      <dsp:nvSpPr>
        <dsp:cNvPr id="0" name=""/>
        <dsp:cNvSpPr/>
      </dsp:nvSpPr>
      <dsp:spPr>
        <a:xfrm>
          <a:off x="2155895" y="1527452"/>
          <a:ext cx="1888381" cy="24455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700" b="1" kern="1200" dirty="0" smtClean="0"/>
            <a:t>15+ year paper tableware industry</a:t>
          </a:r>
          <a:endParaRPr lang="zh-CN" altLang="en-US" sz="1700" b="1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700" b="1" kern="1200" dirty="0" smtClean="0"/>
            <a:t>Tableware Key seller in European market</a:t>
          </a:r>
          <a:endParaRPr lang="zh-CN" altLang="en-US" sz="1700" b="1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700" b="1" kern="1200" dirty="0" smtClean="0"/>
            <a:t>Running several paper material factories.</a:t>
          </a:r>
          <a:endParaRPr lang="zh-CN" altLang="en-US" sz="1700" b="1" kern="1200" dirty="0"/>
        </a:p>
      </dsp:txBody>
      <dsp:txXfrm>
        <a:off x="2155895" y="1527452"/>
        <a:ext cx="1888381" cy="2445537"/>
      </dsp:txXfrm>
    </dsp:sp>
    <dsp:sp modelId="{9800C598-090D-4080-B64C-BA1942B08052}">
      <dsp:nvSpPr>
        <dsp:cNvPr id="0" name=""/>
        <dsp:cNvSpPr/>
      </dsp:nvSpPr>
      <dsp:spPr>
        <a:xfrm>
          <a:off x="4308650" y="880061"/>
          <a:ext cx="1888381" cy="647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/>
            <a:t>Chief Engineer </a:t>
          </a:r>
        </a:p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/>
            <a:t>Sheng Chen</a:t>
          </a:r>
          <a:endParaRPr lang="zh-CN" altLang="en-US" sz="1700" kern="1200" dirty="0"/>
        </a:p>
      </dsp:txBody>
      <dsp:txXfrm>
        <a:off x="4308650" y="880061"/>
        <a:ext cx="1888381" cy="647390"/>
      </dsp:txXfrm>
    </dsp:sp>
    <dsp:sp modelId="{16328766-1F3B-42E9-A8D6-8CDB317C56B8}">
      <dsp:nvSpPr>
        <dsp:cNvPr id="0" name=""/>
        <dsp:cNvSpPr/>
      </dsp:nvSpPr>
      <dsp:spPr>
        <a:xfrm>
          <a:off x="4308650" y="1527452"/>
          <a:ext cx="1888381" cy="24455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700" b="1" kern="1200" dirty="0" smtClean="0"/>
            <a:t>20+ years in paper industry.</a:t>
          </a:r>
          <a:endParaRPr lang="zh-CN" altLang="en-US" sz="1700" b="1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700" b="1" kern="1200" dirty="0" smtClean="0"/>
            <a:t>Paper Container Machineries Provider </a:t>
          </a:r>
          <a:endParaRPr lang="zh-CN" altLang="en-US" sz="1700" b="1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700" b="1" kern="1200" dirty="0" smtClean="0"/>
            <a:t>R&amp;D Driver </a:t>
          </a:r>
          <a:endParaRPr lang="zh-CN" altLang="en-US" sz="1700" b="1" kern="1200" dirty="0"/>
        </a:p>
      </dsp:txBody>
      <dsp:txXfrm>
        <a:off x="4308650" y="1527452"/>
        <a:ext cx="1888381" cy="2445537"/>
      </dsp:txXfrm>
    </dsp:sp>
    <dsp:sp modelId="{44F3A192-F7D2-47E5-9C82-389E2ED330C9}">
      <dsp:nvSpPr>
        <dsp:cNvPr id="0" name=""/>
        <dsp:cNvSpPr/>
      </dsp:nvSpPr>
      <dsp:spPr>
        <a:xfrm>
          <a:off x="6461405" y="880061"/>
          <a:ext cx="1888381" cy="6473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/>
            <a:t>Sales Director</a:t>
          </a:r>
        </a:p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/>
            <a:t>Shawn Qu</a:t>
          </a:r>
          <a:endParaRPr lang="zh-CN" altLang="en-US" sz="1700" kern="1200" dirty="0"/>
        </a:p>
      </dsp:txBody>
      <dsp:txXfrm>
        <a:off x="6461405" y="880061"/>
        <a:ext cx="1888381" cy="647390"/>
      </dsp:txXfrm>
    </dsp:sp>
    <dsp:sp modelId="{C40BD26D-7446-432C-A002-54D0297A3E95}">
      <dsp:nvSpPr>
        <dsp:cNvPr id="0" name=""/>
        <dsp:cNvSpPr/>
      </dsp:nvSpPr>
      <dsp:spPr>
        <a:xfrm>
          <a:off x="6461405" y="1527452"/>
          <a:ext cx="1888381" cy="244553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700" b="1" kern="1200" dirty="0" smtClean="0"/>
            <a:t>30+ years in tableware industry.</a:t>
          </a:r>
          <a:endParaRPr lang="zh-CN" altLang="en-US" sz="1700" b="1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700" b="1" kern="1200" dirty="0" smtClean="0"/>
            <a:t>Several Tableware factories owner</a:t>
          </a:r>
          <a:endParaRPr lang="zh-CN" altLang="en-US" sz="1700" b="1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700" b="1" kern="1200" dirty="0" smtClean="0"/>
            <a:t>Key Sales in US market </a:t>
          </a:r>
          <a:endParaRPr lang="zh-CN" altLang="en-US" sz="1700" b="1" kern="1200" dirty="0"/>
        </a:p>
      </dsp:txBody>
      <dsp:txXfrm>
        <a:off x="6461405" y="1527452"/>
        <a:ext cx="1888381" cy="24455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/>
          <a:lstStyle/>
          <a:p>
            <a:endParaRPr lang="zh-CN" dirty="0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/>
          <a:lstStyle/>
          <a:p>
            <a:fld id="{A7959C71-B73A-49FF-9308-B24F710812B5}" type="datetimeFigureOut">
              <a:rPr lang="en-US" altLang="zh-CN" smtClean="0"/>
              <a:pPr/>
              <a:t>1/30/2024</a:t>
            </a:fld>
            <a:endParaRPr lang="zh-CN" dirty="0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/>
          <a:lstStyle/>
          <a:p>
            <a:endParaRPr lang="zh-CN" dirty="0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/>
          <a:lstStyle/>
          <a:p>
            <a:fld id="{D6790D8E-0C56-4F61-9B17-7A387442778A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716654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/>
          <a:lstStyle/>
          <a:p>
            <a:endParaRPr lang="zh-CN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/>
          <a:lstStyle/>
          <a:p>
            <a:fld id="{5468FC2B-D455-4AC4-9C5E-9317124768F4}" type="datetimeFigureOut">
              <a:pPr/>
              <a:t>2024/1/30</a:t>
            </a:fld>
            <a:endParaRPr lang="zh-CN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anchor="ctr"/>
          <a:lstStyle/>
          <a:p>
            <a:endParaRPr lang="zh-CN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/>
          <a:lstStyle/>
          <a:p>
            <a:endParaRPr lang="zh-CN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/>
          <a:lstStyle/>
          <a:p>
            <a:fld id="{1399807D-D128-4837-BF84-5EA633F317AE}" type="slidenum"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804319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lang="zh-CN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lang="zh-CN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lang="zh-CN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lang="zh-CN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dirty="0"/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  <p:sp>
        <p:nvSpPr>
          <p:cNvPr id="4" name="Rectangle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468FC2B-D455-4AC4-9C5E-9317124768F4}" type="datetimeFigureOut">
              <a:rPr lang="en-US" altLang="zh-CN" smtClean="0"/>
              <a:pPr/>
              <a:t>1/30/2024</a:t>
            </a:fld>
            <a:endParaRPr lang="zh-CN" dirty="0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dirty="0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9807D-D128-4837-BF84-5EA633F317AE}" type="slidenum">
              <a:rPr lang="zh-CN" smtClean="0"/>
              <a:pPr/>
              <a:t>1</a:t>
            </a:fld>
            <a:endParaRPr lang="zh-CN" dirty="0"/>
          </a:p>
        </p:txBody>
      </p:sp>
      <p:sp>
        <p:nvSpPr>
          <p:cNvPr id="7" name="Rectangle 7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dirty="0"/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  <p:sp>
        <p:nvSpPr>
          <p:cNvPr id="4" name="Rectangle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468FC2B-D455-4AC4-9C5E-9317124768F4}" type="datetimeFigureOut">
              <a:rPr lang="en-US" altLang="zh-CN" smtClean="0"/>
              <a:pPr/>
              <a:t>1/30/2024</a:t>
            </a:fld>
            <a:endParaRPr lang="zh-CN" dirty="0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dirty="0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9807D-D128-4837-BF84-5EA633F317AE}" type="slidenum">
              <a:rPr lang="en-US" altLang="zh-CN" smtClean="0"/>
              <a:pPr/>
              <a:t>26</a:t>
            </a:fld>
            <a:endParaRPr lang="zh-CN" dirty="0"/>
          </a:p>
        </p:txBody>
      </p:sp>
      <p:sp>
        <p:nvSpPr>
          <p:cNvPr id="7" name="Rectangle 7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8" name="Shap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 latinLnBrk="0">
              <a:defRPr lang="zh-CN" cap="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9" name="Shap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515100" cy="685800"/>
          </a:xfrm>
        </p:spPr>
        <p:txBody>
          <a:bodyPr anchor="ctr"/>
          <a:lstStyle>
            <a:lvl1pPr marL="0" indent="0" algn="l" latinLnBrk="0">
              <a:buNone/>
              <a:defRPr lang="zh-CN"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zh-CN"/>
          </a:p>
        </p:txBody>
      </p:sp>
      <p:sp>
        <p:nvSpPr>
          <p:cNvPr id="28" name="Shape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 latinLnBrk="0">
              <a:defRPr lang="zh-CN"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US" altLang="zh-CN" smtClean="0">
                <a:solidFill>
                  <a:srgbClr val="FFFFFF"/>
                </a:solidFill>
              </a:rPr>
              <a:t>9/6/2006</a:t>
            </a:r>
            <a:endParaRPr lang="zh-CN" sz="2000">
              <a:solidFill>
                <a:srgbClr val="FFFFFF"/>
              </a:solidFill>
            </a:endParaRPr>
          </a:p>
        </p:txBody>
      </p:sp>
      <p:sp>
        <p:nvSpPr>
          <p:cNvPr id="17" name="Shape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 latinLnBrk="0">
              <a:defRPr lang="zh-CN">
                <a:solidFill>
                  <a:schemeClr val="tx2"/>
                </a:solidFill>
              </a:defRPr>
            </a:lvl1pPr>
          </a:lstStyle>
          <a:p>
            <a:pPr algn="r"/>
            <a:endParaRPr lang="zh-CN">
              <a:solidFill>
                <a:schemeClr val="tx2"/>
              </a:solidFill>
            </a:endParaRPr>
          </a:p>
        </p:txBody>
      </p:sp>
      <p:sp>
        <p:nvSpPr>
          <p:cNvPr id="29" name="Shap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 latinLnBrk="0">
              <a:defRPr lang="zh-CN">
                <a:solidFill>
                  <a:schemeClr val="tx2"/>
                </a:solidFill>
              </a:defRPr>
            </a:lvl1pPr>
          </a:lstStyle>
          <a:p>
            <a:fld id="{8F82E0A0-C266-4798-8C8F-B9F91E9DA37E}" type="slidenum">
              <a:rPr lang="zh-CN">
                <a:solidFill>
                  <a:schemeClr val="tx2"/>
                </a:solidFill>
              </a:rPr>
              <a:pPr/>
              <a:t>‹#›</a:t>
            </a:fld>
            <a:endParaRPr lang="zh-CN">
              <a:solidFill>
                <a:schemeClr val="tx2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12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9/6/2006</a:t>
            </a:r>
            <a:endParaRPr lang="zh-CN"/>
          </a:p>
        </p:txBody>
      </p:sp>
      <p:sp>
        <p:nvSpPr>
          <p:cNvPr id="28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9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5222-B196-4F9B-9AEC-1292459A754A}" type="slidenum">
              <a:pPr/>
              <a:t>‹#›</a:t>
            </a:fld>
            <a:endParaRPr 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9/6/2006</a:t>
            </a:r>
            <a:endParaRPr lang="zh-CN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zh-CN">
                <a:solidFill>
                  <a:srgbClr val="FFFFFF"/>
                </a:solidFill>
              </a:defRPr>
            </a:lvl1pPr>
          </a:lstStyle>
          <a:p>
            <a:fld id="{A3F7CB7D-F184-43C7-B6FD-03D728E1BBFF}" type="slidenum">
              <a:rPr lang="zh-CN">
                <a:solidFill>
                  <a:srgbClr val="FFFFFF"/>
                </a:solidFill>
              </a:rPr>
              <a:pPr/>
              <a:t>‹#›</a:t>
            </a:fld>
            <a:endParaRPr lang="zh-CN">
              <a:solidFill>
                <a:srgbClr val="FFFFFF"/>
              </a:solidFill>
            </a:endParaRPr>
          </a:p>
        </p:txBody>
      </p:sp>
      <p:sp>
        <p:nvSpPr>
          <p:cNvPr id="8" name="Shape 7"/>
          <p:cNvSpPr>
            <a:spLocks noGrp="1"/>
          </p:cNvSpPr>
          <p:nvPr>
            <p:ph sz="quarter" idx="13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Shap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9/6/2006</a:t>
            </a:r>
            <a:endParaRPr lang="zh-CN"/>
          </a:p>
        </p:txBody>
      </p:sp>
      <p:sp>
        <p:nvSpPr>
          <p:cNvPr id="4" name="Shap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Shap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zh-CN">
                <a:solidFill>
                  <a:srgbClr val="FFFFFF"/>
                </a:solidFill>
              </a:defRPr>
            </a:lvl1pPr>
          </a:lstStyle>
          <a:p>
            <a:fld id="{A3F7CB7D-F184-43C7-B6FD-03D728E1BBFF}" type="slidenum">
              <a:rPr lang="zh-CN">
                <a:solidFill>
                  <a:srgbClr val="FFFFFF"/>
                </a:solidFill>
              </a:rPr>
              <a:pPr/>
              <a:t>‹#›</a:t>
            </a:fld>
            <a:endParaRPr 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9/6/2006</a:t>
            </a:r>
            <a:endParaRPr lang="zh-CN"/>
          </a:p>
        </p:txBody>
      </p:sp>
      <p:sp>
        <p:nvSpPr>
          <p:cNvPr id="3" name="Shap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hap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 latinLnBrk="0">
              <a:defRPr lang="zh-CN">
                <a:solidFill>
                  <a:schemeClr val="tx2"/>
                </a:solidFill>
              </a:defRPr>
            </a:lvl1pPr>
          </a:lstStyle>
          <a:p>
            <a:fld id="{A3F7CB7D-F184-43C7-B6FD-03D728E1BBFF}" type="slidenum">
              <a:rPr lang="zh-CN">
                <a:solidFill>
                  <a:schemeClr val="tx2"/>
                </a:solidFill>
              </a:rPr>
              <a:pPr/>
              <a:t>‹#›</a:t>
            </a:fld>
            <a:endParaRPr lang="zh-CN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标题和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Rectangle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Rectangle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9/6/2006</a:t>
            </a:r>
            <a:endParaRPr lang="zh-CN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475A-FCA3-4B41-B368-0F71602C96B4}" type="slidenum"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标题和两栏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Rectangle 4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9/6/2006</a:t>
            </a:r>
            <a:endParaRPr lang="zh-CN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475A-FCA3-4B41-B368-0F71602C96B4}" type="slidenum"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13" name="Rectangle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  <a:p>
            <a:pPr lvl="5"/>
            <a:r>
              <a:rPr lang="zh-CN"/>
              <a:t>第六级</a:t>
            </a:r>
          </a:p>
          <a:p>
            <a:pPr lvl="6"/>
            <a:r>
              <a:rPr lang="zh-CN"/>
              <a:t>第七级</a:t>
            </a:r>
          </a:p>
          <a:p>
            <a:pPr lvl="7"/>
            <a:r>
              <a:rPr lang="zh-CN"/>
              <a:t>第八级</a:t>
            </a:r>
          </a:p>
          <a:p>
            <a:pPr lvl="8"/>
            <a:r>
              <a:rPr lang="zh-CN"/>
              <a:t>第九级</a:t>
            </a:r>
          </a:p>
        </p:txBody>
      </p:sp>
      <p:sp>
        <p:nvSpPr>
          <p:cNvPr id="14" name="Rectangle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latinLnBrk="0">
              <a:defRPr lang="zh-CN" sz="1400">
                <a:solidFill>
                  <a:schemeClr val="tx2"/>
                </a:solidFill>
              </a:defRPr>
            </a:lvl1pPr>
          </a:lstStyle>
          <a:p>
            <a:r>
              <a:rPr lang="en-US" altLang="zh-CN" smtClean="0"/>
              <a:t>9/6/2006</a:t>
            </a:r>
            <a:endParaRPr lang="zh-CN" sz="1400">
              <a:solidFill>
                <a:schemeClr val="tx2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latinLnBrk="0">
              <a:defRPr lang="zh-CN" sz="1400">
                <a:solidFill>
                  <a:schemeClr val="tx2"/>
                </a:solidFill>
              </a:defRPr>
            </a:lvl1pPr>
          </a:lstStyle>
          <a:p>
            <a:pPr algn="r"/>
            <a:endParaRPr lang="zh-CN" sz="140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23" name="Rectangl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latinLnBrk="0">
              <a:defRPr lang="zh-CN" sz="1400" b="1">
                <a:solidFill>
                  <a:srgbClr val="FFFFFF"/>
                </a:solidFill>
              </a:defRPr>
            </a:lvl1pPr>
          </a:lstStyle>
          <a:p>
            <a:pPr algn="ctr"/>
            <a:fld id="{8F82E0A0-C266-4798-8C8F-B9F91E9DA37E}" type="slidenum">
              <a:rPr lang="zh-CN" sz="1400" b="1">
                <a:solidFill>
                  <a:srgbClr val="FFFFFF"/>
                </a:solidFill>
              </a:rPr>
              <a:pPr algn="ctr"/>
              <a:t>‹#›</a:t>
            </a:fld>
            <a:endParaRPr lang="zh-CN" sz="1400" b="1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hf hdr="0" ftr="0" dt="0"/>
  <p:txStyles>
    <p:titleStyle>
      <a:lvl1pPr algn="l" rtl="0" eaLnBrk="1" latinLnBrk="0" hangingPunct="1">
        <a:spcBef>
          <a:spcPct val="0"/>
        </a:spcBef>
        <a:buNone/>
        <a:defRPr lang="zh-CN" sz="4400" kern="1200"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lang="zh-CN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lang="zh-CN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lang="zh-CN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lang="zh-CN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lang="zh-CN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lang="zh-CN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lang="zh-CN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lang="zh-CN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lang="zh-CN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lang="zh-CN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lang="zh-CN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lang="zh-CN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lang="zh-CN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lang="zh-CN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lang="zh-CN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lang="zh-CN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jpe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4.jpg"/><Relationship Id="rId4" Type="http://schemas.openxmlformats.org/officeDocument/2006/relationships/diagramLayout" Target="../diagrams/layout1.xml"/><Relationship Id="rId9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hyperlink" Target="http://www.zjjinsheng.com/Product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diagramLayout" Target="../diagrams/layout2.xml"/><Relationship Id="rId7" Type="http://schemas.openxmlformats.org/officeDocument/2006/relationships/image" Target="../media/image4.jp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19.png"/><Relationship Id="rId2" Type="http://schemas.openxmlformats.org/officeDocument/2006/relationships/hyperlink" Target="Vedio%2020191.mp4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&#26126;&#36828;1/Millionpak%20video%202019.mp4" TargetMode="External"/><Relationship Id="rId5" Type="http://schemas.openxmlformats.org/officeDocument/2006/relationships/image" Target="../media/image18.png"/><Relationship Id="rId4" Type="http://schemas.openxmlformats.org/officeDocument/2006/relationships/hyperlink" Target="jieyu%20order/Jieyu%20video%202019.mp4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jpeg"/><Relationship Id="rId9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8.jpeg"/><Relationship Id="rId7" Type="http://schemas.openxmlformats.org/officeDocument/2006/relationships/image" Target="../media/image61.pn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jpeg"/><Relationship Id="rId5" Type="http://schemas.openxmlformats.org/officeDocument/2006/relationships/image" Target="../media/image4.jpg"/><Relationship Id="rId10" Type="http://schemas.openxmlformats.org/officeDocument/2006/relationships/image" Target="../media/image64.png"/><Relationship Id="rId4" Type="http://schemas.openxmlformats.org/officeDocument/2006/relationships/image" Target="../media/image59.jpeg"/><Relationship Id="rId9" Type="http://schemas.openxmlformats.org/officeDocument/2006/relationships/image" Target="../media/image6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jpeg"/><Relationship Id="rId4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3.jpe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jpeg"/><Relationship Id="rId5" Type="http://schemas.openxmlformats.org/officeDocument/2006/relationships/image" Target="../media/image4.jpg"/><Relationship Id="rId4" Type="http://schemas.openxmlformats.org/officeDocument/2006/relationships/image" Target="../media/image7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mailto:Steven.zhu@corncomp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ctrTitle"/>
          </p:nvPr>
        </p:nvSpPr>
        <p:spPr>
          <a:xfrm>
            <a:off x="899592" y="2564904"/>
            <a:ext cx="7939608" cy="2222376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 err="1" smtClean="0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t>Corncomp</a:t>
            </a:r>
            <a:r>
              <a:rPr lang="en-US" altLang="zh-CN" dirty="0" smtClean="0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t>  Alliance</a:t>
            </a:r>
            <a:br>
              <a:rPr lang="en-US" altLang="zh-CN" dirty="0" smtClean="0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</a:br>
            <a:r>
              <a:rPr lang="zh-CN" altLang="en-US" dirty="0" smtClean="0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t>遇米生物集团简介</a:t>
            </a:r>
            <a:endParaRPr lang="zh-CN" dirty="0">
              <a:effectLst>
                <a:glow rad="63500">
                  <a:schemeClr val="accent2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3" name="Rectang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2024</a:t>
            </a:r>
            <a:r>
              <a:rPr lang="zh-CN" altLang="en-US" dirty="0" smtClean="0"/>
              <a:t>年</a:t>
            </a:r>
            <a:r>
              <a:rPr lang="en-US" altLang="zh-CN" dirty="0"/>
              <a:t>1</a:t>
            </a:r>
            <a:r>
              <a:rPr lang="zh-CN" altLang="en-US" dirty="0" smtClean="0"/>
              <a:t>月                  </a:t>
            </a:r>
            <a:r>
              <a:rPr lang="en-US" altLang="zh-CN" dirty="0" smtClean="0"/>
              <a:t>V5.0</a:t>
            </a:r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altLang="zh-CN" smtClean="0">
                <a:solidFill>
                  <a:schemeClr val="tx2"/>
                </a:solidFill>
              </a:rPr>
              <a:pPr/>
              <a:t>1</a:t>
            </a:fld>
            <a:endParaRPr lang="zh-CN">
              <a:solidFill>
                <a:schemeClr val="tx2"/>
              </a:solidFill>
            </a:endParaRPr>
          </a:p>
        </p:txBody>
      </p:sp>
      <p:pic>
        <p:nvPicPr>
          <p:cNvPr id="2050" name="Picture 2" descr="D:\Dropbox\STUDY\APaper straw\jieyu order\厂区及设备照片\厂区sm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0" y="28877"/>
            <a:ext cx="9135370" cy="307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3586" y="6073074"/>
            <a:ext cx="750414" cy="6682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4"/>
          <p:cNvSpPr/>
          <p:nvPr/>
        </p:nvSpPr>
        <p:spPr>
          <a:xfrm>
            <a:off x="0" y="2060848"/>
            <a:ext cx="9126868" cy="4797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4864" y="264868"/>
            <a:ext cx="8153400" cy="990600"/>
          </a:xfrm>
        </p:spPr>
        <p:txBody>
          <a:bodyPr/>
          <a:lstStyle/>
          <a:p>
            <a:r>
              <a:rPr lang="en-US" altLang="zh-CN" dirty="0" smtClean="0"/>
              <a:t>Enterprise Profile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2</a:t>
            </a:fld>
            <a:endParaRPr lang="zh-CN" altLang="en-US"/>
          </a:p>
        </p:txBody>
      </p:sp>
      <p:sp>
        <p:nvSpPr>
          <p:cNvPr id="6" name="object 5"/>
          <p:cNvSpPr/>
          <p:nvPr/>
        </p:nvSpPr>
        <p:spPr>
          <a:xfrm>
            <a:off x="327502" y="5771517"/>
            <a:ext cx="81864" cy="81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/>
          <p:cNvSpPr/>
          <p:nvPr/>
        </p:nvSpPr>
        <p:spPr>
          <a:xfrm>
            <a:off x="1403300" y="5109235"/>
            <a:ext cx="81864" cy="818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/>
          <p:cNvSpPr/>
          <p:nvPr/>
        </p:nvSpPr>
        <p:spPr>
          <a:xfrm>
            <a:off x="2479098" y="4792910"/>
            <a:ext cx="81864" cy="818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/>
          <p:cNvSpPr/>
          <p:nvPr/>
        </p:nvSpPr>
        <p:spPr>
          <a:xfrm>
            <a:off x="3636751" y="4519004"/>
            <a:ext cx="81864" cy="818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/>
          <p:cNvSpPr/>
          <p:nvPr/>
        </p:nvSpPr>
        <p:spPr>
          <a:xfrm>
            <a:off x="4630700" y="3800939"/>
            <a:ext cx="81851" cy="818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/>
          <p:cNvSpPr/>
          <p:nvPr/>
        </p:nvSpPr>
        <p:spPr>
          <a:xfrm>
            <a:off x="5715079" y="3581595"/>
            <a:ext cx="81864" cy="818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/>
          <p:cNvSpPr/>
          <p:nvPr/>
        </p:nvSpPr>
        <p:spPr>
          <a:xfrm>
            <a:off x="6782296" y="2940734"/>
            <a:ext cx="81851" cy="818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/>
          <p:cNvSpPr/>
          <p:nvPr/>
        </p:nvSpPr>
        <p:spPr>
          <a:xfrm>
            <a:off x="7858094" y="2176170"/>
            <a:ext cx="81851" cy="818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/>
          <p:cNvSpPr/>
          <p:nvPr/>
        </p:nvSpPr>
        <p:spPr>
          <a:xfrm>
            <a:off x="368438" y="2217099"/>
            <a:ext cx="7531100" cy="3580765"/>
          </a:xfrm>
          <a:custGeom>
            <a:avLst/>
            <a:gdLst/>
            <a:ahLst/>
            <a:cxnLst/>
            <a:rect l="l" t="t" r="r" b="b"/>
            <a:pathLst>
              <a:path w="7531100" h="3580765">
                <a:moveTo>
                  <a:pt x="0" y="3580587"/>
                </a:moveTo>
                <a:lnTo>
                  <a:pt x="1088567" y="2933065"/>
                </a:lnTo>
                <a:lnTo>
                  <a:pt x="2177148" y="2616746"/>
                </a:lnTo>
                <a:lnTo>
                  <a:pt x="3309251" y="2342832"/>
                </a:lnTo>
                <a:lnTo>
                  <a:pt x="4303179" y="1624774"/>
                </a:lnTo>
                <a:lnTo>
                  <a:pt x="5387581" y="1405432"/>
                </a:lnTo>
                <a:lnTo>
                  <a:pt x="6454775" y="764565"/>
                </a:lnTo>
                <a:lnTo>
                  <a:pt x="7530579" y="0"/>
                </a:lnTo>
              </a:path>
            </a:pathLst>
          </a:custGeom>
          <a:ln w="14604">
            <a:solidFill>
              <a:srgbClr val="0036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/>
          <p:cNvSpPr txBox="1"/>
          <p:nvPr/>
        </p:nvSpPr>
        <p:spPr>
          <a:xfrm>
            <a:off x="2201435" y="3872160"/>
            <a:ext cx="1189189" cy="745717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600" b="1" spc="-60" dirty="0" smtClean="0">
                <a:solidFill>
                  <a:srgbClr val="0036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en-US" sz="1600" b="1" spc="-60" dirty="0" smtClean="0">
                <a:solidFill>
                  <a:srgbClr val="0036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1600" b="1" spc="-60" dirty="0" smtClean="0">
                <a:solidFill>
                  <a:srgbClr val="0036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600" b="1" spc="-60" dirty="0" smtClean="0">
                <a:solidFill>
                  <a:srgbClr val="0036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600" b="1" spc="-60" dirty="0" smtClean="0">
                <a:solidFill>
                  <a:srgbClr val="0036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lang="zh-CN" altLang="en-US" sz="1400" b="1" spc="45" dirty="0" smtClean="0">
                <a:solidFill>
                  <a:srgbClr val="3E3A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纸碗</a:t>
            </a:r>
            <a:r>
              <a:rPr lang="zh-CN" altLang="en-US" sz="1400" b="1" spc="45" dirty="0" smtClean="0">
                <a:solidFill>
                  <a:srgbClr val="3E3A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生产线</a:t>
            </a:r>
            <a:r>
              <a:rPr lang="en-US" altLang="zh-CN" sz="1400" b="1" spc="45" dirty="0" smtClean="0">
                <a:solidFill>
                  <a:srgbClr val="3E3A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Salad Bowl</a:t>
            </a:r>
            <a:endParaRPr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6"/>
          <p:cNvSpPr txBox="1"/>
          <p:nvPr/>
        </p:nvSpPr>
        <p:spPr>
          <a:xfrm>
            <a:off x="3203848" y="2892094"/>
            <a:ext cx="1627618" cy="77136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lang="en-US" sz="1600" b="1" spc="-60" dirty="0" smtClean="0">
                <a:solidFill>
                  <a:srgbClr val="0036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2021</a:t>
            </a:r>
            <a:r>
              <a:rPr lang="zh-CN" altLang="en-US" sz="1600" b="1" spc="-60" dirty="0" smtClean="0">
                <a:solidFill>
                  <a:srgbClr val="0036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600" b="1" spc="-60" dirty="0" smtClean="0">
                <a:solidFill>
                  <a:srgbClr val="0036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1600" b="1" spc="-60" dirty="0" smtClean="0">
                <a:solidFill>
                  <a:srgbClr val="0036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浙江制造品字标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</a:t>
            </a:r>
            <a:endParaRPr lang="en-US" altLang="zh-CN" sz="1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lang="en-US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Zhejiang Branded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bject 17"/>
          <p:cNvSpPr txBox="1"/>
          <p:nvPr/>
        </p:nvSpPr>
        <p:spPr>
          <a:xfrm>
            <a:off x="4932040" y="2473416"/>
            <a:ext cx="1452245" cy="781624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b="1" spc="-60" dirty="0" smtClean="0">
                <a:solidFill>
                  <a:srgbClr val="0036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en-US" b="1" spc="-60" dirty="0" smtClean="0">
                <a:solidFill>
                  <a:srgbClr val="0036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r>
              <a:rPr lang="zh-CN" altLang="en-US" b="1" spc="-60" dirty="0" smtClean="0">
                <a:solidFill>
                  <a:srgbClr val="0036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endParaRPr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ts val="1660"/>
              </a:lnSpc>
              <a:spcBef>
                <a:spcPts val="75"/>
              </a:spcBef>
            </a:pPr>
            <a:r>
              <a:rPr lang="zh-CN" altLang="en-US" sz="16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专利申请</a:t>
            </a:r>
            <a:r>
              <a:rPr lang="en-US" altLang="zh-CN" sz="16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6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en-US" altLang="zh-CN" sz="1600" b="1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ts val="1660"/>
              </a:lnSpc>
              <a:spcBef>
                <a:spcPts val="75"/>
              </a:spcBef>
            </a:pPr>
            <a:r>
              <a:rPr lang="en-US" sz="16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Patents </a:t>
            </a:r>
            <a:endParaRPr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8"/>
          <p:cNvSpPr txBox="1"/>
          <p:nvPr/>
        </p:nvSpPr>
        <p:spPr>
          <a:xfrm>
            <a:off x="6107741" y="1882842"/>
            <a:ext cx="1349110" cy="863698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b="1" spc="-60" dirty="0" smtClean="0">
                <a:solidFill>
                  <a:srgbClr val="0036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</a:t>
            </a:r>
            <a:r>
              <a:rPr lang="en-US" b="1" spc="-60" dirty="0" smtClean="0">
                <a:solidFill>
                  <a:srgbClr val="0036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b="1" spc="-60" dirty="0" smtClean="0">
                <a:solidFill>
                  <a:srgbClr val="0036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endParaRPr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lang="zh-CN" altLang="en-US" sz="16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纸盘</a:t>
            </a:r>
            <a:r>
              <a:rPr lang="zh-CN" altLang="en-US" sz="16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生产线</a:t>
            </a:r>
            <a:endParaRPr lang="en-US" altLang="zh-CN" sz="1600" b="1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lang="en-US" sz="16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Paper Plate</a:t>
            </a:r>
            <a:endParaRPr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19"/>
          <p:cNvSpPr txBox="1"/>
          <p:nvPr/>
        </p:nvSpPr>
        <p:spPr>
          <a:xfrm>
            <a:off x="165096" y="5839326"/>
            <a:ext cx="1958632" cy="591829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b="1" spc="-60" dirty="0" smtClean="0">
                <a:solidFill>
                  <a:srgbClr val="05AB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</a:t>
            </a:r>
            <a:r>
              <a:rPr lang="en-US" b="1" spc="-60" dirty="0" smtClean="0">
                <a:solidFill>
                  <a:srgbClr val="05AB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8.9.25</a:t>
            </a:r>
            <a:endParaRPr b="1" dirty="0">
              <a:solidFill>
                <a:srgbClr val="05AB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lang="en-US" sz="1600" b="1" spc="45" dirty="0" smtClean="0">
                <a:solidFill>
                  <a:srgbClr val="05AB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Found </a:t>
            </a:r>
            <a:r>
              <a:rPr lang="en-US" sz="1600" b="1" spc="45" dirty="0" err="1" smtClean="0">
                <a:solidFill>
                  <a:srgbClr val="05AB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Corncomp</a:t>
            </a:r>
            <a:endParaRPr sz="1600" b="1" dirty="0">
              <a:solidFill>
                <a:srgbClr val="05AB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9"/>
          <p:cNvSpPr txBox="1"/>
          <p:nvPr/>
        </p:nvSpPr>
        <p:spPr>
          <a:xfrm>
            <a:off x="539552" y="4147940"/>
            <a:ext cx="1326218" cy="956031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600" b="1" spc="-60" dirty="0" smtClean="0">
                <a:solidFill>
                  <a:srgbClr val="0036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</a:t>
            </a:r>
            <a:r>
              <a:rPr lang="en-US" sz="1600" b="1" spc="-60" dirty="0" smtClean="0">
                <a:solidFill>
                  <a:srgbClr val="0036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zh-CN" altLang="en-US" sz="1600" b="1" spc="-60" dirty="0" smtClean="0">
                <a:solidFill>
                  <a:srgbClr val="0036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sz="1600" b="1" spc="-60" dirty="0" smtClean="0">
                <a:solidFill>
                  <a:srgbClr val="0036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zh-CN" altLang="en-US" sz="1600" b="1" spc="-60" dirty="0" smtClean="0">
                <a:solidFill>
                  <a:srgbClr val="0036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ts val="1660"/>
              </a:lnSpc>
              <a:spcBef>
                <a:spcPts val="75"/>
              </a:spcBef>
            </a:pPr>
            <a:r>
              <a:rPr lang="zh-CN" altLang="en-US" sz="1400" b="1" spc="45" dirty="0" smtClean="0">
                <a:solidFill>
                  <a:srgbClr val="3E3A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迪士尼全球供应</a:t>
            </a:r>
            <a:r>
              <a:rPr lang="zh-CN" altLang="en-US" sz="1400" b="1" spc="45" dirty="0" smtClean="0">
                <a:solidFill>
                  <a:srgbClr val="3E3A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 </a:t>
            </a:r>
            <a:r>
              <a:rPr lang="en-US" altLang="zh-CN" sz="1400" b="1" spc="45" dirty="0" smtClean="0">
                <a:solidFill>
                  <a:srgbClr val="3E3A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Disney Partnership</a:t>
            </a:r>
            <a:endParaRPr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object 37"/>
          <p:cNvSpPr txBox="1"/>
          <p:nvPr/>
        </p:nvSpPr>
        <p:spPr>
          <a:xfrm>
            <a:off x="332933" y="1689297"/>
            <a:ext cx="1134110" cy="5003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800" b="1" spc="70" dirty="0">
                <a:solidFill>
                  <a:srgbClr val="0036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发展历程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900" b="1" spc="40" dirty="0">
                <a:solidFill>
                  <a:srgbClr val="3E3A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Enterprise</a:t>
            </a:r>
            <a:r>
              <a:rPr sz="900" b="1" spc="60" dirty="0">
                <a:solidFill>
                  <a:srgbClr val="3E3A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b="1" spc="40" dirty="0">
                <a:solidFill>
                  <a:srgbClr val="3E3A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Profile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29627"/>
            <a:ext cx="1405719" cy="1251886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96206" y="5208103"/>
            <a:ext cx="1022213" cy="766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D:\WXWork\1688850381684951\Cache\Image\2024-01\3a1d7360-9d34-41fd-8d7f-2e183261a79b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68" y="2305515"/>
            <a:ext cx="2230470" cy="1253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7871" y="3181332"/>
            <a:ext cx="1016023" cy="761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 descr="D:\WXWork\1688850381684951\Cache\Image\2024-01\106ce6a6-e4a6-4bb8-828b-1d6f80c7e1f5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350" y="3856256"/>
            <a:ext cx="1184150" cy="821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object 18"/>
          <p:cNvSpPr txBox="1"/>
          <p:nvPr/>
        </p:nvSpPr>
        <p:spPr>
          <a:xfrm>
            <a:off x="7596336" y="1565154"/>
            <a:ext cx="1349110" cy="591829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b="1" spc="-60" dirty="0" smtClean="0">
                <a:solidFill>
                  <a:srgbClr val="05AB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</a:t>
            </a:r>
            <a:r>
              <a:rPr lang="en-US" b="1" spc="-60" dirty="0">
                <a:solidFill>
                  <a:srgbClr val="05AB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b="1" spc="-60" dirty="0" smtClean="0">
                <a:solidFill>
                  <a:srgbClr val="05AB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endParaRPr b="1" dirty="0">
              <a:solidFill>
                <a:srgbClr val="05AB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lang="en-US" sz="1600" b="1" dirty="0" smtClean="0">
                <a:solidFill>
                  <a:srgbClr val="05AB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New Facility</a:t>
            </a:r>
            <a:endParaRPr sz="1600" b="1" dirty="0">
              <a:solidFill>
                <a:srgbClr val="05AB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513" y="4658499"/>
            <a:ext cx="1243712" cy="932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987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17" grpId="0"/>
      <p:bldP spid="18" grpId="0"/>
      <p:bldP spid="19" grpId="0"/>
      <p:bldP spid="20" grpId="0"/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Our Vision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1560" y="4293096"/>
            <a:ext cx="8208912" cy="35719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4800" b="1" dirty="0" smtClean="0">
                <a:solidFill>
                  <a:srgbClr val="00B050"/>
                </a:solidFill>
              </a:rPr>
              <a:t>Make Tableware </a:t>
            </a:r>
          </a:p>
          <a:p>
            <a:pPr marL="0" indent="0" algn="ctr">
              <a:buNone/>
            </a:pPr>
            <a:r>
              <a:rPr lang="en-US" altLang="zh-CN" sz="4800" b="1" dirty="0" smtClean="0">
                <a:solidFill>
                  <a:srgbClr val="00B050"/>
                </a:solidFill>
              </a:rPr>
              <a:t>Bio-degradable, Eco-Friendly </a:t>
            </a:r>
            <a:endParaRPr lang="en-US" altLang="zh-CN" sz="3600" dirty="0" smtClean="0"/>
          </a:p>
          <a:p>
            <a:pPr marL="0" indent="0">
              <a:buNone/>
            </a:pPr>
            <a:r>
              <a:rPr lang="en-US" altLang="zh-CN" sz="2800" dirty="0" smtClean="0"/>
              <a:t>We Do everything we can to support Green Earth  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3</a:t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431" y="1484784"/>
            <a:ext cx="4895825" cy="301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29627"/>
            <a:ext cx="1405719" cy="125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8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D:\WXWork\1688850381684951\Cache\Image\2024-01\b108a45e-14e1-413f-ba65-03e1d9623ef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319" y="1577138"/>
            <a:ext cx="3119597" cy="177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Our Alliance (3 Factories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4</a:t>
            </a:fld>
            <a:endParaRPr lang="zh-CN" altLang="en-US"/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3073155516"/>
              </p:ext>
            </p:extLst>
          </p:nvPr>
        </p:nvGraphicFramePr>
        <p:xfrm>
          <a:off x="-972617" y="1416924"/>
          <a:ext cx="7230151" cy="5441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5085184"/>
            <a:ext cx="3077715" cy="1815852"/>
          </a:xfrm>
          <a:prstGeom prst="rect">
            <a:avLst/>
          </a:prstGeom>
        </p:spPr>
      </p:pic>
      <p:pic>
        <p:nvPicPr>
          <p:cNvPr id="13" name="内容占位符 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3355600"/>
            <a:ext cx="3077715" cy="1873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96136" y="1493469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8000M2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96136" y="3359314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11000M2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796136" y="5234295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36000 M2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40352" y="1461203"/>
            <a:ext cx="1226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Since 2018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68344" y="3356992"/>
            <a:ext cx="1226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Since 2009</a:t>
            </a:r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7656457" y="5241468"/>
            <a:ext cx="1226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Since 2009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29627"/>
            <a:ext cx="1405719" cy="125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23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Main Product Line </a:t>
            </a:r>
            <a:r>
              <a:rPr lang="en-US" altLang="zh-CN" dirty="0"/>
              <a:t>/</a:t>
            </a:r>
            <a:r>
              <a:rPr lang="en-US" altLang="zh-CN" dirty="0" smtClean="0"/>
              <a:t>Brands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5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50" y="1916832"/>
            <a:ext cx="1455415" cy="1296143"/>
          </a:xfrm>
          <a:prstGeom prst="rect">
            <a:avLst/>
          </a:prstGeom>
        </p:spPr>
      </p:pic>
      <p:pic>
        <p:nvPicPr>
          <p:cNvPr id="7" name="Picture 2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49" y="5075384"/>
            <a:ext cx="2085268" cy="60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48" y="3922688"/>
            <a:ext cx="2406476" cy="3288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609" y="4725144"/>
            <a:ext cx="2437807" cy="1625359"/>
          </a:xfrm>
          <a:prstGeom prst="rect">
            <a:avLst/>
          </a:prstGeom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861735" y="3284984"/>
            <a:ext cx="2526689" cy="1341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2771800" y="2204864"/>
            <a:ext cx="303249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/>
              <a:t>Biodegradable Containers</a:t>
            </a:r>
          </a:p>
          <a:p>
            <a:r>
              <a:rPr lang="en-US" altLang="zh-CN" dirty="0" smtClean="0"/>
              <a:t>(</a:t>
            </a:r>
            <a:r>
              <a:rPr lang="en-US" altLang="zh-CN" dirty="0" err="1" smtClean="0"/>
              <a:t>Straws,Bowls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Plates,cutlery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203848" y="3882240"/>
            <a:ext cx="2592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/>
              <a:t>Paper Containers</a:t>
            </a:r>
          </a:p>
          <a:p>
            <a:r>
              <a:rPr lang="en-US" altLang="zh-CN" sz="1600" dirty="0" smtClean="0"/>
              <a:t>(Lunch Box, Sushi, Bagasse)</a:t>
            </a:r>
            <a:endParaRPr lang="zh-CN" alt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2987824" y="5244511"/>
            <a:ext cx="263450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PLA/PP  Tableware</a:t>
            </a:r>
          </a:p>
          <a:p>
            <a:pPr algn="ctr"/>
            <a:r>
              <a:rPr lang="en-US" altLang="zh-CN" dirty="0" smtClean="0"/>
              <a:t>(PLA </a:t>
            </a:r>
            <a:r>
              <a:rPr lang="en-US" altLang="zh-CN" dirty="0" err="1" smtClean="0"/>
              <a:t>cultery</a:t>
            </a:r>
            <a:r>
              <a:rPr lang="en-US" altLang="zh-CN" dirty="0" smtClean="0"/>
              <a:t>, PP Bowl)</a:t>
            </a:r>
          </a:p>
        </p:txBody>
      </p:sp>
      <p:sp>
        <p:nvSpPr>
          <p:cNvPr id="19" name="右箭头 18"/>
          <p:cNvSpPr/>
          <p:nvPr/>
        </p:nvSpPr>
        <p:spPr>
          <a:xfrm>
            <a:off x="5520800" y="2466474"/>
            <a:ext cx="275336" cy="984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右箭头 19"/>
          <p:cNvSpPr/>
          <p:nvPr/>
        </p:nvSpPr>
        <p:spPr>
          <a:xfrm>
            <a:off x="5580112" y="4077072"/>
            <a:ext cx="275336" cy="984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右箭头 20"/>
          <p:cNvSpPr/>
          <p:nvPr/>
        </p:nvSpPr>
        <p:spPr>
          <a:xfrm>
            <a:off x="5532010" y="5475343"/>
            <a:ext cx="275336" cy="984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29627"/>
            <a:ext cx="1405719" cy="1251886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484784"/>
            <a:ext cx="2448272" cy="1706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7806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 Worldwide Direct Presence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6</a:t>
            </a:fld>
            <a:endParaRPr lang="zh-CN" altLang="en-US"/>
          </a:p>
        </p:txBody>
      </p:sp>
      <p:pic>
        <p:nvPicPr>
          <p:cNvPr id="1026" name="Picture 2" descr="https://timgsa.baidu.com/timg?image&amp;quality=80&amp;size=b9999_10000&amp;sec=1575821865725&amp;di=ccd8f412a86eba3d9003968e18de1870&amp;imgtype=0&amp;src=http%3A%2F%2Fwww.onegreen.net%2Fmaps%2FUpload_maps%2F201711%2F201711120051132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844824"/>
            <a:ext cx="6984776" cy="441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4" descr="data:image/jpeg;base64,/9j/4AAQSkZJRgABAQEAAQABAAD/2wBDAAMCAgMCAgMDAwMEAwMEBQgFBQQEBQoHBwYIDAoMDAsKCwsNDhIQDQ4RDgsLEBYQERMUFRUVDA8XGBYUGBIUFRT/2wBDAQMEBAUEBQkFBQkUDQsNFBQUFBQUFBQUFBQUFBQUFBQUFBQUFBQUFBQUFBQUFBQUFBQUFBQUFBQUFBQUFBQUFBT/wAARCADcATEDASIAAhEBAxEB/8QAHQAAAQQDAQEAAAAAAAAAAAAAAAMGBwgCBQkEAf/EAE8QAAEDAgUBBgIHAwoCCQIHAAECAwQFEQAGBxIhMQgTIkFRYRRxIzJCUoGRoQkVsRYkM2JygpLB0fA0QxclNVNjc7Lh8WSiJ4Oks8PE0//EABsBAAEFAQEAAAAAAAAAAAAAAAABAgQFBgMH/8QAMREAAQMCBAMHBQADAQEAAAAAAQACEQMEEiExQQVRYRMicYGRocEUMrHR8BUj4UJS/9oADAMBAAIRAxEAPwDqngwYMCEYMGDAhGDBgwIRgwYMCEYMGDAhGDBgwIRgwYMCEYMGDAhGDBgwIRgwYMCEYMGDAhGDBgwIRgwYMCEYMGDAhGDBgwIRgwYMCEYMGDAhGDBgwIRgwYMCEYMGDAhGDBgwIRgwYMCEYMfCbY1lbr1Py5BVLqMpuKwDYFZ5UfJKR1J9hgQtpj5fEfv5wrtY/wCzILVJhn6smqAqeWLdUsJsR7bj+GPIKVVamoqkZjrEtSTyIGyOge1kJv8AmScOw803EFJdhgsMRqrKstrxIq2Y2j13fHLUPyUkj88ZsS8zU7/hq2xU0pNu4qkcJV8u8btY/NJwYUYlI4tj7hn0bUKLImNQKtGcolRcO1tEhQLTx9G3R4VfLg+2HfcYQgjVKDK+4MGDCJUYMGPhUB1NsCEXx9w28xZ0p+W3G47q1yp7o+hgRU948577fIf1lEDDdfrmaKqNweh5eYPRDaBKkj5k2Qk+1jhQCUhICkWwwWGI0TlyfLPeO1zMEkqPKmZJaTf5ISAMC8vT4X0rNdzBEKftvye9QPmHEkYXD1SYlJdrY+4jpmu5opVipyJmBhPVC0iJIPyIJQo/gnDjy5nSnZlcdYYU5HqDIBegSk92+37lPmORyCRyOcBaQlBlOLBj4FA9DfH3DUqMGDBgQjGJTj7uF7X5w1a9n6HSpqqfEadq9VSLmFEsSj3cUfCge5P4YUCdEhMJ1WGPuI4kVLNNSJL1Ti0Rsn+hgsh9wexcc8P5J/HCacrzZA3OVfMbxJvuExTY/JKQMLh5pMSkq98fcRmaJVaerfHzBXIijwDKcTIR+TiP9MelnNOY6QUqlxo1ficXVBHcSQPXu1EpX8gof5YMKWVIeDGly7mim5ojKfgSQ73ZCXWlXS40r0Wg8pPzxuQoK6G+GpV9wYMGBCMGDBgQjBgwYEIwY+bsG7AhfcfCbDBuwm66lptS1KCEpFypRsAPU4EJrZ+z3EyJS233GnJtQluiNAp7HLst89EJH5knyA+QLIdVHy7Dl5vzxV4LMiGwX5U6U6luDS2uLpaKuAB0Kz4lG1vIYj7Keblaj5tnZ+fcK2JRXT8tMueFManBRSp/2XIWkq3HkICQTbpCzj7nbDzwqpzHXho3luUUUqEDsTX5SCpKprg80XCu6Sr6iPEQFOWxPo2zqjsIy3J5Ksu7xltT7R2cmAOZTpq/aS1D1ofci6NURmg5ZB+lzzmuKoqeHJBiw1kBKVDkKeJUoKJDSbBWGhmDQWt5maKs9avZ3zOpYHeQWKk5FiXAsLNtqbbHU/8AKvz1OJ2kPsU+M3HjNNx2GhZtplO1DY9Ej/PqfPzw06vUQoKB/TGho2tNuTWjxIBPvl7LBXnFqxJL3nwBIj0zPrB5Ktsjs15Tya+qXlisZry1UArembTqy606lX3roKCT+Pl1OMaZrhrZovIQulZ7/wCkKksgBVJzg2ZLi0Am4TJBDyVc9d6+guDaxkvNb4CFqBtx5YgTUKrsxVbFuHvXEOOIaSCpakNpKnFBIuopQkFSlAWSBc8c4lVbKmRL2j0A/EKLacWrYw2m4k8pJ9jKu5oJ2qcj9paG/l52EqhZqbYK5mU6stLi1JHBXGdFg+hP3khK09SlN+ZXpWb5WnNVg0ytSnJmV57ojwarIVuchvE2RHfV5pJBSlZ5uLKsccTMw1+XSa/CqlOmSKfUoL6ZEOow3C2/GdHKXG1DkEdfccG98dMuzd2g4vag0nmx8wQmpNbiNinZkpzDdmnkrB7uU2m3gQ4EqNreBxtVuNhObubU0Xc2n2XoNlei6ZOjvyrtgeeMsQt2dc/SKrArOTapUW6nW8rvJjpmhwLVNhKF47yiDbfYFtYvcKRc/WGJo3Yq3NwmCrdrsQlBxHWedQZLNZbytlsIezE80JEh9zlmmxybB131UeQhH2iPTrtNV9QYul+Q6pmGQ2ZC4ze2NESfFJkLISyyn3UspHsLnoDivic6QtE9OK5mjNstybPQk1SvS443PTZiyENx2QfVSkMNJ8uD0vtexs5pj3QntnzUPJnZ4yqus5lqT++a8GUHYZFTq8k/8plscrUfuCyEi17DEFzM/wCu2tZEmluRNFsoKN4xKUTK1KRxZanlpUhq9hYNNkC6k71dQlpbkar58rg1X1OQ1LzRPZApVJv3kSiQySUMspPHTlSuq1eI3FhiU6pVLlRKrk9Srkn/ADxoKFm1udQSeWw9NSsTe8YeZbROFuxyk+GwH5Ve809malZiYJzlnvPGeHgDY1KsPltNzchKFuLSBfyASPbDFd0Zj6fgqyRnjOeTVpt4afWX0tqANwClC0JIv5FJHtixsOHmbUSpz4GTsvx6q1T3VR5tWq1SNPgtyBYqjtFth915xO4byG0oQfCVlQIEdar5Pzfp8WDmqhRYUaWQ3HqVIqKp0MvKvtYdUthlxlxVvCVNlCzwFhVkme1tBzuzkTygfqFVGpehnbicPPEdPWYTQyn2yNWdHqihrNrkbVLLHefTO7EQ6rHBUbrQ6hKW3CL/AFXEC9kgOI64uNp5qRkbtJZNj5hypWFv/DKCFOtJ7ipUeR17t1s8oVcHwm6F9UlQ8R5q59qIb7whV7XsRiMdO9YcwaJ6lxM2ZYd7qYz4JMVbhSxUo1/HGfA6pI5Sq10KAWnkXxAu+HhoxUxB5K84bxd1Y4Kpkc+Xiu22RdQX5VbdyrmTu2Mxst99Hea8LNTjg275oeSgeFo6pPte0hpIvYYqe5m6HrVpdRM6ZUnLgPoQKtQ6lKs0qBLTdK475+qPElbDqb7Ta/KQm8/6T6hRdUchUfM0RPdJms3dYvfuXkkodbP9laVC/mACODjPvbAlbBrs4T0x8J4PGDcMRbr7qHMyPlFiJQ1o/lXXpKaVSQsght1fK31D7jSApZNjyEp+1jmBiMJxOESUZkzrLzTX52W8tyjFjwD3dYrSOfhlEX+HZvwXiOSeiB15IxHuq+tmTezlR4FNdjSalXakFKp2W6Unvp85Q6vOFRshAP1nnPCLm3QjDSz3qjTuzxpMz+54jlYqJdRT6PAcXZyqVJ3csuPLvcJ4W64q/CU2BHBw39INJXsouy84ZvmnMOpNaKX6nWJKRubNhtZaT0bSgbQlIACANoF7k2dtamrm7Jo9T0H7VJf8Q+kAa0AuPoBzP9mtXUJ2veri3JdZzQxo9l54ENUTLjYXPDZvYOynE799jbwJZHAKQOpj3NXZVyrXEqXmjMucc5SuN0mq1l5wqIHBs4tzp0HOJ9zZm6Bl9mMua8tK5b/wsSLHYXIlTXrX7phlAUt1YBuQBYDlRCbqGlTk/UrN0dciHkanUONcd2jNOZExpawQDdTMWNKS31+qp3cPMDF01tvSygDyk+pkrIuuL26lzCT1nCPSQPWSq4uafVXTdSXMjamZ1ysGDvRFbq7z0dRAsNzSlFtQF/Nsjnph05C7due9L5zVP1Sp7OesvfV/lBQ2UMVKPweXGAQ0+L7endL5UfEbJwrqlScy5HiuPZuyvKy9F392mqNSW51LWSdqR8U3YtEkgASG2rk2BJxXHUKcpovNq4IuFJP6gjHR1pRuG4mx4iB+EtHiV3aVAyrI6GTP90K6qUSt5f1Zy/Tc65JzFGk/EN7oNdgHcldurL6CNx9FNrAcQeCLi2Hvp7qGnNgm0+fH/duZKYUoqFP3XCSfqutn7TSxylXp18ieMPZt7R9U7O2pJmsh+TlWqOpbr1IYN/iWybfEMpPh+JbuSnpvF0EjcLdLM9ZnNLhUbUvL8xqVIpLaJLL7bmxqsUpwBbjCVKsFbknvWweih94jGbrW7qb8DvIrdULltemKjfMK1CTcA88+uMsa6g1mHmKi0+q094SIE5hEqO8kcLbWkKSofMEHGw3YgqwX3Bj5uwbsCF9wY+bsGBCxwYx3YN2BCyxDXazzM7QNE6vDiu91NrzzFBYN7G8lwNrI+TRdV8k4mPdir3bmqvw8fSqAqwbfzM5KPPmzAlFI/Nd/mBjpTEvC51DDSoL1tza5T9MZGXaG4Yj1bLWXYq2jZTEZwbXlJ9FFlK0A+RcB9MTDlWiQ8g5UpmXae0lmPTmEsDuxYFYA3q/Ejj0SlI+zivdZkCp5209DniZbrSFLT5eJTdv0SofjiYlZoUl/vkukOBQWFg8g3ve/63xqLOnLPE/jRYLjVcipH/yMvMmfhLO5q/fcpyPRKRXswlp5yM5Io9IkvxUOoUUrb+JKAyVJUFJUErO1QKVWIIws5p3n+qrSGskVZhKui5T0NsD5/wA4J/TCGnOrM/SFv92x4jddyil9bzVOBDUyAHFlbjcdZIQ60FKUpLTm0p3FIcKQlKbX5Kz1RM/UdNRoE1ubH+qsAbVtL4uhxB8SFDzSoA4W5uLmy72AYeeZCrrHhvDeKmBWdi5SAeu2ngqkzOzdqTW32oxp9PpbLywlc6TOS6mMk9VlpAu4QLkICk3NgVJBKgxe03Iyx2btOKhpxlAuP5zzVEDderr5SZfwJuFd6sDguXWhtlG1ttK3V2BCd/RFy20ki/8Aljjl2qJ7K9d9Qi1uA/e7oPeKKjuASk8k9LpNh5CwFgAAWlxU4nUPb/a0TA0Pipt7ZUOA0h9IDieYkmSB0Vcc1ncVkWSPJI6Af7t+WNno7VFQ8zuQt5DM1gtrbCiEugEKKFAGygLbgD0KMaHMkoLcUkHknHp0xbL2omXmQSC9MS1wPvAp/wA8SbmHSn8NJbhV6eyHns5K1xy6w4sRafV1rpboA2pCnU+AWHq8hhI9yfXHTY28WOPtDnuZbzFl6sIulcKsU6QCOt0y2VD8ykD8cdgr2Jxlrod4Fbi3ORCrF2qM1h/UjIeVkL3NQG5GZZjV+NyLMxAryILi3lc+bQ98QDnZR1V1byLkuStaqJAUvMVRaCiA84kLbY3H+qlL6h/WcQetsPPtCVpb3aezQ2rxrhZfpURoDrZTkl0j8Sf4YbGn1Ieh6o5krc1Yb72lsxmEdXAkFkEnySPCv38R4xMsw0FpO2fnsq3iJeaDw3eB5EgH2Ut5yzpEyplis1+clXwFKhuzXmmLBSktpuG0A2AKjtQkGwuQOBhi6q0bPuQoWX5sys9/V6xGqXxNGplOYMKnuNQ+9abaWttbzy0OeEuuL2uEX7pIO3Hq1DnMStP8xxe6QpDsTYrvRvKvpUdb8dbdAMPvtGPOOO0Le4pW6RUE2JPnHUOmLF1UiswN0WUbaB9vVdUiRpvCela7N1ArWmkLJEjMlbj06PPenvSGpTDb811x555fffR7FJLj6lWCRyhs/Z5wg9mrLUfSSq6cjMdbmUeoTEzEvvy2HH4iw6y5sYu2UIRvZC9uw+Jxw9Tw9toCjx5n+OM2v6Zs+YUP44oPqKswHbz581tPoLcjEW5xHlyXPbTLsmzte9NM1VNdTnUTNlMnmJAYktJ+BmD4dDgS4Nu9JUtRT3iFEJuDsVtINGcxsuR5TjL7SmX21lt1pY8SFg2Uk/Igj8Mdd+yuC3l7MhQrbaukcezbf/tijOouWqTX8y1hM+nsyFfGPjvANrl+8VzuFjjROuXGq8O0BELK0rFjKFJ1PIxn1UeaM1RU6gyYL930RH9zbbhKktFQHISeE7gLcf8Ad++Oif7PfO65AzTlZ5dtiWqk0hSvPlpwgW+6li/uffFHdMdKP3fVa2ulSVPsqituCLIsF7g5tFl8A8LPUDy64sx2JpbuX+0mxAdaWhydl+osKQUkFKkOxHLkeX1SOfX3xWXOFzXALTWpdDS5dGLc4qFrXnFFX7Q89hLhVHylSGoaEngIly/pXVfPuAyAf/EOLd3POOddfr/x+rWqj7yypxWan46jcX2stNNIHyCUDFbQEklWFU5ALKhJ/wCk7tGuT5/01KyFTwzDYcF2/jH9i3nD5bie4Rz5RyOl8TZUKu0N635IjsBJcdfdNw2gcqWr5ck/++IJ0YnCC/n6Ws2kTqyhxZJ8il1Yt7fS/oMOfOsp/MWTswUqGoGZOpsqIwL8lxxlaEj8VKAxrrekC0NGwHvmvMuKVyaridyR4AZD9+Kmvs8ZMTVaK1qNVI5FczPFS9DQ+LuUykrPeRoiOfAVIKHnrW3OrO66W0BPtzn2iMr5OrcmlsU6o112IssyXqf3IZZdH1mw46tAWtPRQRuCTwSCFASbp1XqfnHJFCr1JGynVOnR5cVJFihtbSSlJHkQOCPIgjyxz8zw5MyPV5lGrCFsVSGtQcQ6NpWConvQehSs+IEXB3et8QuHWzL6u9tU6bf3JS+O31Xg1rSNswQ7KYkCNPMq8mVMx5b1cyrIl00In050LhzYE1gApumy2H2lXFlJV0N0qSodRyeYnbD0XRodqMuk05Ln8lqlHFQpHeqUosN7ilyKVHlXdKHhJ/5bjQJKgSbs9hag1Zui5uzBMaWzSqo7Hah70FPed0HN7iQRyk94lIPmUEeWIK/am1eEnMORKWlSP3ixDmSnEg8pZccaQi/zU0u3yw+mBbXrqFN0tGXtPsV3c83/AAtl1WZhec/eMvEZrnZVf+KOJz00qqqvlCAt0l52KFMNuLJUpoBR8CSfqgG5AFrBSRiCJrhclKPpiaNA2FScrVjgkM1BH4b2hx/9l/xw64GUqfw4kHB0XUXsK51VmbSGTS3VAO0WoOR0ouLhtxKXhx6bnHAP7PtiyQ6Yo9+zsllrN+pVN8W0QKRJCCeAS5OSTb3AT/hGLv7sZesIeVrqRlgWWDGO7BuxxXVZYMY7sGBC+XGC4xhcYLjAmLO4xVL9odCdYyBp9X22tzNHzjE+LeBt3MeSxIilR9u9fYGLVXGIx7Sulata9DM45OZ2ioVCCpUBbhASiY2Q7HUVEEAB1CLm3A58sPa7C4FBEghc9Z9SUimuVJI3yKI9Gq/djr3bL6O9A+SCo/JJw45mb0tOLSl0EAmxSeD6W/C2IryHnpUpum1iowHQT3kSsUt5BS4DZTMyOpJ5Cv6QWIBHBw1tQ69L0yqaqC498apDaHKbUALtzYSk3Ykg9CSgWKfJaVDyxqrOoAcPmsTxm2L24x4FTHJzq/MqcKlU9Ik1We+3Fix1OBCS44sIRvUeAkqUOv6dcWIqnaOyV2YMuR8sZXLOcszpkNmtSo6/o1LG3vlKcFwV2uhDaSQiwBsUlJ5sDM/xAX3qy6V/WKzfd8/XGS8yJbQEoISkDgAWAxd16dO5DW1DLRtzO09AsTaGtZFzqLYecp1IG8dTzXdHKGcaZnnK9Nr9IfTJp1QZS8y6nqUnyI8iDcEeRBxxL13zYK1qpnefusJFamLHyLqsTj2SO3BTdCqNW8t5uE+Tl9W6dS3ITYdXHft42CknhDhCbHolVyeFKUmmFbrz9dnSpj3hdkuuPuC9/EpRJ/jijtKP0dSoBoYjwWwu6p4hSpOfkRM+OS8c6SZL5N7gYkHs7UJde1gogQkluAiRU3lAXCG2WVEE/NxTSfmvEbA26mw6kny98XF7K2ljuV8gys0VBgs1DNDaExkLFlt01CtyVH7vfOALA80Ntq+0LOuH4WHmVLsaOJ4jQJwxcvO1XO2nNDZYU89Vs3UmOpCPrBlqQJEhXySywsn5Y6tvvoYbW44sIQkXKj0xQvsy5OXnjtRu1RUZX7i02priHJSgQhVZmoCShPkS1FuFDnaXeR4gcXDrNVVUXilPEdBO0evucZqs/E6OS11JuFqq12hG41O7QEmqsxy05W8vRj8Qrqsx33UKSD5EJcQTb1GGZHnfBVGHJvZuS09DNugcTsdT+aQq2JW7V+XXXMqUfN0dtTi8tylLlbRdQhPAIfIF+bENK/ueQviEoykVGNIpjkpmN8UttcKS+va2iWkks3V6OXW38lXx2oO0PJRrmnjaWjde7NlZDuW6m3vFltpSTf8A8VGJf7Tc4QGctPrUlhCqpIaK3SEJ8TR4JNsUFz/r5KlPzaHT4r9KsXIs341vbKbWLoWzsP1FA3B6m44tzj1Z77T1e1UynlKkZmZiT5WXpplJrLalJkTB3eyzyCSnfxcrRYKPOwG4xfMoPc9jzoFjqlwylSq0tz79F1sTHuTd1oW+6vd/C+M2oxDrdnWT4h9u3n72xRgftWajHCr6cwr+ZRV1D/8Ajx5Zf7XCWza+mkdah0/64P8A/linPDq4zj3C0TeLW7hhBnyKm3smyEysr5peZUH2U5icT3rR3pBDbfFxcYpbmhW7NFaI6fHyP/3FYZ2nnbHzBpFp5m3LWU6RHi1Gv1V+oJrsh0qehJcbCNrbY43gJuFqJAJvtPXEb5V1PzC1Mi09xhzMi5LqWGY4B+KdcWqyUoV1UokgeK5uevXFi+ie0c+ciVX0ao7KnSjvBW10XpKnYVfqJSQgqYhNqI4KvE64PewDf+LE+dm+HHY1+NSdjpdXTMtvMqeHKmviZLJSPfiMv8L4aOT8sMUDLEGkofbU9ESp2esHwokKsp0k9NibbQocEIvxfEq9l+jGVlysZ1dbLZzNL3wUrTZSIDI7uPfzG6y1+dwpKvtYpqr9VoqLIAB2Vq23UONpWhQUhQ4I6EY5k6qheU+0drBRVlaUmtRqwyVpIC2pcJlZUn1AcQ6m/qg46GZfqvwj3cOq+hWeL/ZP+mKZftD8ovZW1KyPqOhCxSqtHOUqq8DdLLu9T8FahfgFan07rfaAJFwMcqLsLo5rvUEtUXUit/uOrTWyra1VIMaosW6FTSnGHk/MHuyfYjHrk51DRJ73bt5Kt1re+GQESsw5akQ4Tanq7RFu1OnxkC7kpgoCZsVI+0vahLyU+ZaKRycQpV9S/wB8OFmM8TBv9bkF30/u+fve/sNhZVAQAdsv0vN+M2hxFwEg5+uZ910X7FevdPl1Goafynthcfcn0ZxSgEq3krkR0jyIVvdTbqlawANg3Wur+S8vZtLRrNGp9WLJJa+Oioe7u9r7dyTbp5Y4cUrPcujVGFUadMdhz4TqZEaSyvappxJBCgR05Ax1W7LPappvaByUVOvNQ820tpIrEEqCAPISW+f6JVrn7irg8bSut4na4anb0TE69D/1WXBb01KH0t02Y0kTI/YU3ZxzVSMg5WqVfq8pEGlU5hUh91RACUJ8gPMk2AHmSAOuOHXaG1nna0amVzN01S0fGrCIkdZ4jx0CzTYHQWHJ9SSTyTicO3j2yk6yVxeTcpzN2SqW8S7Jav8A9ZyBxv8A/KTztHRVyok3ATTR99T7hWo9ebXw6zodiwuP3H2C7X1b6l4Y37G+5WFypdz5nnFpezpllcbSFNRdTY1mrSJDXuyylDAV8i4l4fhiuWUMoVTP2aaZluispdqdRe7lvebNti11uOHyQhIUpR9EnzxfupxaFpbktchSinLGVaYlCVO2SpxpkcE/13XD081Ogc3w26qAQ1TbCkc6h8Apf/Z8Ud4Zw1kq90fCJkUmhpAPIejsOvuj8PjUD5pOLo7gcQN2K9MqlploFRxmBnuc15heezFWmyCFNyZau97pQIBCm0Ftsg3sUGxItidrjGde7E4uWlaMIAWdxguMYXGC4xzQs7jBjDdgwISe7BuxjuwbsPQsrnASSPL8RjHdg3YELnl21NA29L9Rv+kqDJVTMgZrnst5mkd0p1ugzlqQ2KgQm57p0bUrFuHEINz3m1OOqfZvo2omRouW0baW5TEE0epNWcMfcLm6gfpGnDZS+fEbLSb/AFugtTp0StU2XT6hEZnwJbK48mJJbDjTza0lK0LQRZSSCQQeCDY4qTXNH839mRSjlGmVDUjSJLinE5Zjr7yu5bQo3KYRWQJcUcjuFqDibp2qPjJk0qzmwAdFxfSa6ZGq5aah6f5p0krgpWZoDkBxZUI0kXVGlhJAJacsAq1xdJstNxuSMNhc98g3XYfPHYnLR097ROW5kajTKdm6nHwTaatu0mMpNxskRXU721pNwQ4ggX4JviJ82/s4NNK9JW5A/euW3SSSilyilvn1bdDqR/cSkcdB0Nsy/wBnaqjq8LaTip+65jqWpXKiefvcYwcUllN3CEeXJsb+g9/lz6Y6Nw/2YGS2XkrlZozLJZHKm0yWEbvYkRgfyI+eJl007IGn+ljiajQ8uMJmRgVGpSip1xv1UXnFLUm3ntWlP9UdMK6+YBkJTWcNdPeMeCpH2e+x7VcxzWMxZ/pztNozKkuNUKU2W3ph6j4hPBabt1b4WsGxCUnm0GodXm5XcpVKoUFNa1BzK6qHl2hBA+lcA8ch4AWRGYAK1qI2+Dbb6212zNU2s0VZWVtH6O1qXmpCu4enR3CjLtEPmuZNTwvbfcWGNy1AEAgkDE0aBdnhjSZ+p5nzDVVZw1LriQiq5mfZDQQykgohxWhwxGRtFm09SLnolKKurXc8yVd0aDaTcLRkstIdJIXZ+0rpuTYk1dVqTi3J9arDo+lqc907pEhfndayQASohCUpJNuXHc49FSlfGTnneLFVk28gOmPN188QoUlDlNZrUd+BKYRJhyW1MvsuoC0ONqG1SFJPCgoEjaet8UTrWik7I3aCj5EzfIAy4627Oya49cprLSNp+CWs8GQ0DdYJ3OJQjaPEBjohl+AENh5Q5PI/Ef6H9fbGn1b0ky1rdkqVlfNMRx+E4tMhiTGcLUmDJRctyY7g5bdQSSFD1IIIJB6MeaZkJHNDhBXO3tI9lt/UhC8zZaLUfNbaB37K1bGqkkAAbldEuhO0BR4UBZXNlYqhTNJ80fHOxa2y9lt5lWx2NUGiJKfT6K9+RyCSAQQRcEE9OmnM2aMMrpmpT38poLCy1G1ApcRQu19kVFhN1NvfeeQClXB5VvONrUshZa1No7UtxmDXqcq5ZmxlIeb5NztWnp68EHnFky8ewRsquvYUqxxEQVzhh6YUWOgJfMmavzLru38kptb88Luab5acTb91pF/MPOX/APVi60/sh5ZfXuiT6rAT17tEgLQPl3iFkfirHyn9kXLMZ3fMqFUng/8ALdkBCD7fRoQr9cON4DmSVHHD8OQAVFH9DYlflNw6CqX+83TZmI2gPhZ+QsQB5m/hHJGLJdnXslu6W7Mz5iMeoZocCkRUxz3kenJUCk7FH6zykkjfbwhW1F7leLN0/IOWtNKM9JQxBoVOABemS1pZbIH3lqIv0+0SffGup9SzDqU6pjIiXqRQnAUSM5z45QFo80wWFWW4o8fSrCUp6p52nHF9094jZTaVnTpHFuo2cylN1m1RZ0qy1Neisw+7l53r0IA/uqFe6aelXT4mVtKVJP8ARthZKV3WkXLfobVCjNRorDcaKwhLbbLYshCALJ2j7vH4e+PLoppvlXSTI0bLOU4JhxGFqfkLkOF6TLkL5ckvunl1xZ6qPoAAEgAPeZGTLa2kDcLlJVz+eIDnYjKngQITIv64+57yFRtctLK/kjMiC9TapGMV8pAK21cFt5F7gLQsJWk+SkA288KS2PhniixSOoB6gen4dPwx6qFM+FqCLnwOeBQ8vb9cNSrnppHpbU8o6pVzKmen2058ys229DYFwmqRiSlNVYUeFJ4CSkeJC1KKrFPDI7SPZMqE2ZKzfkaIHpDyi5OoLISguLPJdjg8blHddokXKgUXJKB0g100AouuNLpzj8yXl3NtDcVJoGa6WQmbS3yLEjoHGlWAW0rwrTxwbKEBuah1HSuoiga30uPlOSohuLnantqVlurE9NyxzBdV0LTwCLg7VBJTedSuHtMg5qJVt2VG4XDJcnXpUqPIfjvBxmQw4pl5l1KkuNuA2UhaVcpUDcFKrKv5YVgV+p0l2SuDPlQlyY7kR8xXVNl1lYsttW0i6VAWKTwR1x14z/2YshazQmalWqHEqyHGglirRVbt7Y6bJDSkqIHQbXNuIUqP7MXI8l8rh5izJBZJNmRLYcSn0AK461fmo/PFk2+aRDlTu4ZhM0yucITYAJF/Ycn9MbvJuTK5qFXU0bLdNeq1RUnettiwQyji7jrh8LaBceJRAJIAuSBjorlv9mvpxRZCXqnKrWYDcfQz5tmjz91lLN/koke3rMcvLWnnZxyh3lRfo2Q6Ag94HJRSx3qxfltpKQp1fWwQhSje3U4a++bowJ9Phpmah9FBOgHZlY0hpKy4U1XNtTbS1MmMtmyEXBEaOCLhvcBdRAUspSSEiyQ7NNMgJ7SurMeLFdD2lGR6giXVp7JKmMwVdo3ZhMqBCVx46iHHF8hS9qQm1nA6qVkvOnafQuJBiVbS7SWSjbMq89r4fMGYWSOWozJv8FGUCdzi7uLBSAAlSsWuybk+iafZYpuXMuUqPRqHTWRHiQYqdrbSBzx5kkkkk3JJJJJJxU1ahdqc1dU6YYAAMgt4CQBfrg3Yx3YN2I0LssrnBuxjuwbsEIWW7BjHdgwqFjcYLjCe/wBxg3+4wISlxgJ9MJ7/AHGDf7jAhYSO9Uk92oJw26tArjoPwzpT6Ww59/uMG/3GBCrVqj2c4up1Rbqlby3FkV9gAR8wQiqFU2bdNspkpcNr8BRIHlhuR9J9ZcvtBij6qZuTFQSUsV6NCrdj/wCY82l23Tqs4tx3h+9+uDvD979cdA8jJcywagqqDmTNepRsdS34vNw5ByfT2nB6WUtSwP8ACcat/st1bOktp/P9TzLqKlCu8EPM1VWYAV94Q2A00P8ACfQ4uFvJ+0fzx97w/e/XC9pySdmNyoyyllKtZdp0amwYkWkUuOkIYgU+MiPHZSOgQ02AlI+Qw9AifEp7y3nOQg/n0GNwF+98eCurtSniDyCn/wBQxzJldAITTHTC0VsOyW0kXBULgeYwgDYAXx76EkLqTdzwL8fgcIlTuYT3TSUenU+p88a6uSn4cJbja7KPhSPc+f8Av0xsSqx640GaXiTHbvx4lfwGBCYk+NVXN5bdPPB9/niNqjon8RU3arSYcnL1VUfHMy4+uC66o9dyWzsUT5kp8+feZwTcYd1JiJiMpJ4Xa3yHn+Z5/L0wocRomkTqquStP9am3Qqn59mwWE8Jam5egz1pHld092b/ACAx5jprrlOVaXqpWmmiLKRS8vU6KVcWPjWl0j5gYt0Vk87v1wd4fvn88de0PIeiZh6lVboug86NUGqlW6a/mSpNWLdTrchU91ojzDa/ALdboSLeQxJMan1lhYEhZPAtzcW9vb/4xLZcP3iPPrjSVuAkslxsWHXaOgPn8geennb1xzLiU9rYTfpcmVTn0O7rkfWBP1h6YfjTyX2UuI8SFgEHDBv7/jhyZal74q2Sf6M3F/Q/+98NTkZjiAth8DaAbn28j/l+WG6CpBuOFDkfPDznNpkxXEKPBFvzBF/1wyrkjng4EJ0SEzpcVLkdwgKQCLHpxhmZiy/mSoxpEZe2XEfSW3Y77aXGnUnqlSFApUk8+Ei3Jw+qK7vprJ6EAg/mce3efvYUGEhAKp472U5GW6o7UckitacSnVb3U5MqbkGM6q9wVxVb2Ff2dlvbGzbyTr1GJCdTpsy/RVTylTpDg/vILd/8OLYd4R9r9cG8j7R/PHXtOea5dnGhVS5GmGtdbS4xUdVMyNxnLhbNCpUCkkj0DqEOOJ4+6QcbfTzsxwcl10ZhRQU1XNZVuOZsxPuVWp3IsSl+QVFBsTygJPNumLPd4fvfrj5vv9r9cNNQp2Ec02qTBraLKlPFavMq6n8cOOOHUj6RVyPLGe/3wb/cY5roMkpcYLjCe/3GDf7jAhKXGC4wnv8AcYN/uMCEpcYMJ7/cYMCEnv8AbBv9sJXGC4wsJqV3+2Df7YSuMFxghCV3+2Dd7DCW4DqbY0dbzdHpExFPjsOVSsuJ3ogRiApKfvuKPDaPc8+2CEJxBVyABcnoBhCZUY1OSkzJMeHu6fEPJbv+ZGGeqBVq4r/rSpOtoV0p1JKmkW9FOW3r/T2wxMx6maNacSnI9fzfkuhzkDcqPUKkwZJF7X2KUpz8xfBCRTE3mWjurCWqvTnVHgBEtsn/ANWNhc7AqwKSLhaeU/nitlL7VPZ7zE6uO3qHkpBSSm1QUIiDYeSnm0AjpyDY4kjL0TLlep6KrlOrNmK4kKTPy7UEusEG9idpU2b26cfPBCJUlb/UY19eXelvADrt/RQOG4M0VTLqSqstCp01HK6lBaIcaH3nWR1H9ZH5X6792SxVaQJEV9uTGdRvbeaUFJWLdQR1wEQlTYvb3xsKC4BVGr+YUP0ONZcDjCsaR8NIbd+4oHCJYT5C74b+Z7l1hVuLEY3QUkgEG4IuDjXVuOZEcbQVKvwB1uOn58j8RgSJutK+lR/aH8cPpF1EhKd1vTnEUycwB19yNTW0THmzZ15RswyfQq+0fZONqIH76grl1qpSpjTYu8z3pjxWQPVKbce6j88LCUp7SqzT4LndyahCjOfdekoQfyJw3pOb0SZakQ5sUoSopSEOoUT79TiJq3r7oRkhb7M/PuR4MplRQ5HanMyZDah1BQ1vVf26480XWDSzMq2lQ825ZfTJ2qaQ6+mOte7kBKXAg+3rxhcJ1SAjRT/Sakqcwe8RsdRwoWsD6EY9jh3NqFvLofXg4jWgUpxphUikVB6npXbu1tLD8dy3XwqJCh0F0kY30bObtOeajZiYbgd8oNtVKOSYjiz0Sq/LSj6Hj3wkSheWQnuZDzYHCFlI/A2xsstvFM9SfJTZ49wRjXTlhU2QR0LiiPlc2x66BzUQfupJP6D/ADwiXNOtw3Soe2GOs/SKHvh5POpbaWtX1UpKj+AJP8MMgr8z18zgQE7qCq1MauLXvjYbrnpjXRHG4NK719xDLLLe911xQSlsAckk8AA3/LDb/lZPzGjdQmURKcrgVac2T3g9WWiLn+0qw9r8BQJSJ7p3LvZNwOpHQY1zuY6Syopdq1OaWOqVy2wR+uGNX6fRKTTl1PNVUD0RAJXMrs1LMZNhc2ClJbHAJtz0xG9U7UnZ8y2UNO6h5IXusLU9SZoTfpcsoWB+P/thwaUkhWJh1OJUT/M5cWXxf+bvJcP5AnHoJINimx9LHEEUDVjRXUWS3HomcskVia6CpMWJUmESbDqQ3uS4LfLEgGmVSiECl1J9ATz8BVSp5lXoAo+NHtYm2GwhPbf7YN/tht0bN7NRqApk2Ouk1jbvER9YKXU+amXOix+R68cG2/v/AKWtghKld/tg3+2ErjBcYIQld/tg3+2ErjBcYIQld/tgwlcYMEIWG/Bvwnc4LnCoSm/AVXBBNh64TuceWrViHl+kzarUXxHp8BhcqQ6fsNoSVKPHnYHAhNfUDPUik1KBlqhpbczTU21PNl3lqDGBsuU7/VBulKTypXHPQsnP2qGTOzfkpNRrkuZMkzny0xHYQHqpW5hFyG0k2UebkkhDYIuRfxMvJmb0RaRW8+ZmdFMl1pCqzUnnTxTqe2gqZZH9VplO42tuWo8cAY0HZoyFL11zjI10z5DCUOFcXK1DkI3N0uClR2fW4U4bkuKH1nFLHAQEiUykJJcYA1PwOpUGtXNNoDRLjoPk9AsIWlGrXanjIqWpNdf04yBLHeM5Ky1IUh15ok7RKkDat66Tzfa3dIKWje4fdC7K2jum8ZKKXkamyHEXu9UEF7f7qFwkn3KSfU4meu11mCxIeddRHYYSXXnXVBKUJA5UpRsEpAHKlGw8yMRW3mzMGfW1SMmZWkVelqALNaq0wUmDMBt4o+5tx91BBBS53KW19ULULEzGOI+3ujpl6nU+qpawLj3hjPXMemiZ+ddONP50dceRkLLZbIttZp6WFAeymylX6jFaMz6IUbJ1d/lBptV6ppvmNlW9qXSJSw2o3vsWnqpBsLhZWLXBQocYtdmTIGpjsd1wZVoklACj3UDMS1OkDoEpehtIJP8AWWke4xXLO9VdYnTIE2HNpVUjf8TS6iz3Mlm5NiU3IWg2O1xtS21W4UcWDGtqCJnpPwqp9StbvDi2Oo/fwnpoL26ZkbMcTJGtSYlIrUhSWqbm+EkNQJxNkhMhF9rK1K4DqLNkmxS1bxWTzDMd0ukSK/AbWvLxVurFIbSf5sOhlsI8ik8rbT1FyPPHK/U0R63CfhS0JdaWSbEX2m1rgHz9ub9DfFj+x72rmf5By8pZ9rLMWr5XCWoU+bvdcqEEgJS0UhKlOuNXSnoSppTdwSkk1dxbdmcTBlyWmsrz6huFxz5q7nxEeUhuRDdRIhSEJdjvNEKQ42oBSSCOt0kfr6HBu9sQr2d9Q6JWpGYcq0WQ69SIDqptG79pTa0Q1qBdj7Vc2accBQT1S508BxM+4DFc5uAwVbNdiEp0UOcJMTulG7jXHPmPK2GVmXNT2csyTsqUaYuHT6dYVyrsKstKyNwhsH/vCOVqH1BcfW4x4s4ZwfyVl+RUYQ7ypLKYsJo9FyHDtQD7C5Uf7OInzZn+D2d9HX5kNoViRGUGILMhVlVaryFEo70ggkqWFOKN7paZVY8DDmNxaapr3BubjA3Ti1N1fomm9ag5Oo0Vqs54nMB6BlyMooCGyral99QuUNkn6v13Dwng7gwp+mFT1CbLuptaXXmF8jL0cBumtD07n6qzf7S9yj5qFrBTRHSZWRqROzDmeQuuZ8zKr4+tVWWkBxa1J+okW8ACTtCBYITtQAPHu2mbdUKBlSpKps/MjceeltLy4Hwkic4y2oeFx0MNOKaQodFObdwFwSBfF0y0FKCSCd/+LH1+KurOIaCG7AakczuFrIuleRMsR0tUnJVGhhAFiWS5tt0ICiUj8Bhv5ooFDeYeXLpsFLKb7192EAe3hI59sOOVmlyZFakRF0yTFkNpdYlRSp1DqFcpWhQWUqSRyCODiNcyyJ+ZKuaRTotQzPWkAEUqjxS+40kmwUtIshhPI8by0j3xaC2eRiqOyHM/tUDeJUu07OgzvHYBRJU86Zp0wzSK7pvmafldLVkqo6yHadNQCeH458Cibq5ACk7jtWDzi2/Zj7ZFG7QLEzLOYaYxQM8xIqnn6XuLsKqNJA3uxir0URuaVdaBYgrAURTzVzJGccoy48XMWUazQH5qtkUzG2nWpCrE7EPMOONFYAJKCsKsCbEAnGiyxRXsmd0+3IW1VQ8iSZTC7LYcQboLZHTab8+ZJxAurai5mKnE9PlaLh17cip2dcGOvwulEKrHKlRi0+W+p6jTXAzDlOquqM6bkMrJ+yq3hJ6Gw+UjZeb+lWsggjwkfx/iPyxV/LeslBz5p80rMEppidLbMWfDjNqUvvk2+lbQkeEK8K034Sdyb2STib+z3qJH1EyGJSH/AIidT3zAlOEW70pALb1v/EQpKvZQUPLGfLTEla4OByCkGuSQzAUPtOHYP88NtjYXNzqktsoBW446dqEoSNxKieAAOSfTHsr8sPTO6B4a8P8Ae88RFrNVBU3KLkJp5TIrwXMrDrRs41S2VDegHyLzhQgH0Ch9q4QNxGEpMCU8KPVE6tSG6o/vGUG3NlMgrBSaosKt8U8OvdlV+7QfrXJUB0MSaodpquZlzjN0+0YhxazmCGtTNYzVPb72mUkghKmmxcCQ8kqSCLhpB2pVcmw0+vWptbWxQtNckPfu/NubElj4iCdqqNSkeB15vkd2pXLLR8gl1VwWwcOrJOTMs6I6ftUelIZp1EpUVT8iSEE7ktoKnHVWG42G82sT16lRJtLe1Dx2j/t2HPx6LP8AEb80P9VE98iSdYG3iTsP4xynsxUasVM1/UytVLU7NKwVLlVl8qjs3JVsYZICG0BSiQG0tgX4GPfUsiZTpMctQ8rUeO2kWAMYOG3zXuOHNGrOd8z0+NUqXpJm5+nzGkSIzr0yjx3FtLSFoUppyelbZKVJJQtKVC9iAeMayflzU2eCkaQZlTf1qdF4/wD15xcUa1Ad3EGjpkFkq9G8cZwFx5k5++ngMlAeoumuTay2tMvLdPBP2mUWI97G6f0w0Mk636hdmqagZVr72YcpNqHeZSzC+4/HSjdciO6SVxybq5Qdp3XUhWJtzHpBq7U9wY0nrg4+3VqOP/7uK6a46cZ702ZhvZwyjNy2zUFuMxXX5kOSh1xCN6kH4Z9zYrZdQ3WuEqt0w6qLav3MQJ913tXX1t3w0gDXl6LonpFrXkbtUZBdqFIW9GlQnEt1ClSFJTUKJKIJQq4vwraoodT4XEpI6pWlL/yHnSU7WJWUcwOoczJDY+KYloFkVSHfaH0DyWk+FaR0JB+0QOKmkmsFb0S1Pp2baIrvJMc/DyYjjhQ1OhrUC7GdUOiVWSoK+wtKVgEpx0Wz52g8l1mkUKtZar6pWZKe6zVaIluK6pSC4kByNJWE7EBxtS0OJCjZabG4Cgc7VtnUn4RmNluLe6bcU8eh3CudvHlyPbBvxp8r5lhZyy3Sq/TV7oFTity2SSLpSpIO1Vuikm6SPIgjG0ucQ1OSm/Bvwnc4LnCJUpvwYTucGBCT3YN2Et/vg3++BNlK7sQz2s6wYekzFISpSFZkrMKilST/AMpS1PPg/NphwfjiYd3vitnbWqK4aNKUEq7hzMUkkgcFxNPf2D52K/yPvh9MS8JrtCoW1sqUrNuXqXlGKCDmirxYDjSB/SMBaV91b0Kwykj0NvPF2oyIeVKHBokAJbiU+OiKynyCEJCQefUc/wB7FG4DyJ+qWmLzpPdR8zREk2v4lut7f1QMWlqmaApZuu2488/788WzWYmtb1n9enys/d1sFQu6ADz19fheeQ1B1CzHW5WYnUt6eZJs9UG5CQWalUEtCQS6m/iYitrbVtIIW8u5/wCHSD575h1Xy67nXOebJ2mOntg9CpVOk/BzHWT4UOy5PKgV7hZlNh4k3ubYaWbXDJ7MNTbN1Q6jneS3Ul/X7plVdd3fh4G029DbEuZohw6z2hcoUWrNIepECiyKnTYTqgGVTkPNt94EdFLbbUrbe+0LURbk4UtwS7eT1gACYnczrsoeIuho0hu8AlxIExnAjSc1HGUcj6eV2omNpfqzX6HmYILrLYqjklt5SQfEuNIG19PmR0sPK1xnX8tudoKk1nT3O0SHQtV8stCTTatDJDTzbnCJLP2jHcKQ281yAdvAXs2PLWkS6vo5mus5qorGWqzl6U/Jy9LjykPulbSkmK8hYT9Gp5YSgo62VY89PmeipntBaLzP+Gqk6nVaLNQ2bb2RGQ7sUn7odAI9wMAeanenPODqQQJ1AEg6RsnBvZdyBGUgAgEOMaEkgg5zuuPOpFTrTFSqNNqgcp8yHIdiyYKfB3LqFlC0KtyopUCL38seDSapKgZyjNXIRIQtFgfMJJv+Kd6f73sMSZ26UMw+1JqGzHSlDapzbikIFhvUw2pZ+ZUT+uIq0pjGZqTlmPbd3s5CDz5G4P6XxZvcHsxdFHtmmlVDQd1cjs85ldynrXlJ9wnuJdQbpz+3zEi8cX9QFuoUf7OOgkyKYrqgQQAqyk+aT/pwbHz/ADxzNZS9Sp1HmND+cIqtPDQ6XcMtrb+pTjqrVoiZL7trJWFqsSLg8ngjzGM7cAFwK11HIEKv2rtVKs25apwvaLHkVRYPTebNMn8PpcR5NQ3mjUbLlPmNNyYFNbcqK2XkhbZcPAJB9EoI/wDzPc43msdVYh64vUlbvdzkZchvoYc6qbVJki6D9oXQeOoseMNqgSQzneXIVwpymKA/uuMg/wATh1AQ5pGyj3h/0uGxgHwkAjzUrzakiXuUXC24olR3kqSebk8XI/HG27PTa4eY9TG1lDKJNeiVNtzvR9IHaVCbVfn7K4zo+XAxHK6uCCN3GHbo1PL2aq63uBQqHFdsT5pW8kn8in8xixrkmieizFmxovR1BHz8LftdlekOVWe5KzdUkUiXNkzjS4Xw8Xb38hb62g+hHehG5xSfCUqtxuxJ9DoGV8hUJukZfp8am05n6saA2EoueSpR+0onkqVckkknk48qRZIHXjGizZnugZJjh2uVRiDu5Q0o7nF+4QPEfnwPfFSa9avDSSY0C0zbS0tA6oGhs6nx6/CZfaUIm6N5pPcoQhtEd5AtchaZLVlA+RsSOLcE3vigFTsp0W638h/li6WrGsGT87aOZ0ZplYZEluK2ox5Q7lZSH2yVDdwQACTzxa54BxzY1D1bTvdgUBYWTcLqFuns2D5/1iPkPPFlbseWkOGc/pVdw+kHg0yIj5Ul0fPCEuVPLsJ7dLShK5CkHhttV7oBHJVwb+gVizXYXzc5S88ZjoDyx3MykKmtoJsN8d1AsB6lMlZ/u+2KH9nuIqdmmuH62ylrdUVckn4hgXP54t12YO9hdpDJkVCgj4yNVG1g8+BMNaunn4gg2xzrsDA5qsbV5e0OKvPFYVKd3rBVvVz/AFz1IH8b+QxWvNOYl1TWjUCclW8Q5EbL0b+qiO0FOgexfdcP5egxbSJERGvyVuHgqItx1sB5DFBImYHP5T51dfJEgZwq5cB4IUmURz+FsQKQ1U550W+0X2Zh1W1HzpJPeGM83QqepXNmW96PCfTwOqPr3/yw/dT6t/8Ah5nA360Koef/ANI6P8z+eIt0gnCiZbq8W+1X74dWr+8wwrn/ABHG11CzGlzT/NaCsc0aeOv/ANM4Ma2lSDmADkPx+15nxCs4VyTqXGfIwPQLPMOWRnjUqPl1FChZozBKypllmis1drvmKc13MwypShe6WUXaUsJsXF90gHcpJG6zX2Zck0qhTahkDuc2OZeJgZlp8txUl5bqUgqlMgna24kk72WwGlJSpKAlbQSp1Z61ApendAprGXUJi56rWXaYip1lJuun05DRDR3K4S4pffhtAB53uEHYApi9nSqV+Rq9So+UW0mO233dS+IUvuTCB53kclQUboUbner7pWccre3q9iboQGszE/8ArnP4CW9v6LLr6CC51WASNW5ACPyei1eieWtD6uc4r1BNFjy0lCIsWfMXHZbglhKlux7LSS8XC7dSSXAA3tCRa8Katsst9kbTD4SVLmUxjOmYWoLs5RU78NeWGgq/I8JFxxyTwMXQzs9pPrTWq7opEDFFqUErk0ypREICETlFa3g2BwSFEb0H611AbSlJxU3tJ5Qq2m/ZH09y/X4i4NXpmcaqy8lSCEq3fEFLiL/WQtKkqSocEKGOJLX1RUILSSDhPKMiP7JWtF1SnbGgHB7WgjENzoQfXzVJqiQqUr08/lidtLp7lUyTD3KJ7srZI9CCQR/BX97EBSHO9eUr16Yn7QKnKkadzH7HaKy82k29I8dR/Uj88JcaSp/D5Bw9F0f7Eua3cwaQS4Dy7uUiqOsBJPO11CH/AMBvW7iwJUL4qH2Bn3G5mp8Qk9ww/S1AnpvU1IKv0CPwti2+63Xg4zdQQ8rUMPdCV3YN2Et3vg3++OafKV3YMJb/AHwYESkrnBc4S3j/AGcG8YdCbKVucVv7fMFadF6NmMHY3lbNFOqj423UWHO8hu/IASkqP9nFi94/2cN/UPJNP1PyDmPJ9WWW6bXae/TnnEAFTQcQUhwA8EoJCgD5pGFHdMhLkclz3FQkhqcuHddYpQRV4KUjcVvw3UyChI8ypCFgDz3DE1VHPUeplMiE530WUlL0dSOd7a0hTZHrdJSR88Vcy1UMwZLqaqdWUojZzyjPNPqKLnaX2LbXAFAEtutlKgSAFJWfkPFrPmWraf5dpkWhsOx8m13vJFKnrKg7FjrO5yndOFNrUoJXclTKm7faIvLcgkD+6rPcRpFzC8bZH4VwdCs8ZX1Tbz7o1U6ghbdXLlQp7rSgPpVgKkttngLcafR8SCL33rHRs4e8rN9HmU6l5L1rkP5RzZSXL0vNrDqorM0pG0PxZI4QtSSne0r15F+E8paVnF6mSYkyFLehy4jqH40mOsocZcQQUrQoG6VAgEEeYGLf6f8A7TKUihGhan5Sj5zgKGx2dDLSXHkg3AdjrSWnD7p2dBwTziXXtyDip5jXIwQdCQdM9wqO2uMbcFUQ4CMxIInIEayDoVaeq17TnK06n1vO+rDmfHqc4lymUtT0d1IfBshaY0VA754XO1SwSDyLEXHxrNC8uO5l141RiryzTYNOMKjUR8/zmLEKt6itN7fEvrCEhII2pABtdWK8OftINHsjtrm5J0idarJQUpUmNDp42nqFOtJUoD5D/XFPO0F2pM9dpOpsO5nlNRKPEWVw6FTwURGFc+Mgkla7Ejcok8kCwNsQxSe7IiNtR6ADIeKsQ5rMwRrMAHXYknMxsNkxNRM71DU3PuYM2VOwnVmc7NWgE2QFr8KBfySLAewGH12XcsuV/VVudt/mlBgv1J5wg2CynuWEfMuOpUB6Nq9DiJUgrUlKUqcWohKUISVKUo8AJA5Jv5DF99BdFpWmWn7VOmsKOaKw8iZU2UJ3FlYG1iILfWLYWoqtx3ji7XABPeu8U2xzXezpGpUxnQIoGVFZg1Z0my01sSqo5pizHEOdDGp4M18H2s02j5rA9L9IFuFa1KPFyVfI4p92SMqqzxq5mnUw7XMs0GOvKOW3Ug7Jb3eBdRltq6LRvCGErTuCwlQBGzm3W8e354oKjsZWkAwiFTLtv0tdD1t0/wAw+JUav0KbQXAU3CHoryZTIv6qQ+/bz8BxGEfO1RpUGBVEPplx4s0QJTcjxKQ1JRZpe8c2DzSU83+uOMWv7YmlNQ1Y0RnooDYkZty9IbzDRWiLl+RHCitgWBN3Wi62ALXUpAJAviimTc2UetRG5MoPP5YzBDMSWhgXdDLpFlIH/etOAKHnubt54lW7hvt+FEuWY2EAxP5Uoq1fgoSpUuNIjhHJW0pLqQOeTfabce+H72YdV6LmrWVumRZLneTaVJQw28w4kurQtlzyBsdiXCPa+KN6rv5hyRm2TlnMASh+JY/EM37ucg/UfTe3hUBfb5KCgeUkDbaEa4M6Q6tZbzi9FdqLFKcfUuKwtKVupcjOslIKjYcuA3PS3nwDfup06lBwbqRksMx1ahdtLxkDmrgaldsip5ezLmXL7ElMdVOqUqCHokBReAbdUjq4oJvZPW1/liuGbteXahIfkojOyZSzdUmoP7lK+aU/64iTOmpL+cM117MElpqPKrFRkVF1hokobW86pwpTfmwKrC/PGGbUMwFy4SrrjvTpUaTAA2Co1V91cVSS4kTlPJb7O2eajmNRE6Wp5APgYSAhtPySOPxNz74YilFaio8nGTrqnlblEk42mVcq1XPWZKfl+hxvjKtPc7tlomyQALqcWRfahCQVKV5JST5Wxxe4a7KzoUXZMGZKnnsoZTWcu5szI8iyJT0ejwyftbLvyFD5XjJv8/TFqOylQhUe1DLkFpLjOWMouuLO7lqVPkNpa4/8hh4/JQ9caWj5Ooml2Q4dNMsM5ey3Acel1N5IR3gALkiSpNzYrWFEJuTy2gE2F5y7FeRp9C01qedq/FXBzHn+f+/XoLqdqoMIIDcCMrnqlgBfQEd7Yi6cZ6vVxE9Vs6FIU2gclYe9k+1v9/5Y5yaosvZL7QWrNAfC0tuVpFeiqUkgOsTmEOlSfvBLqXkEjzQfTHRbfY9f1xTT9oDkh2iVDKmrUdI/d0JsZbzGrcfoIjzm6JJV6JbkLUkny79I6EkR6bsLl2cMQURprxodSBKtrFahNTWVD6vfMEx5Kfn/AECvkQcaDP2em28mZhC3ggOU+U2PUlTCxYDz64+U+C/nCkSsrMqSitNOLqVEU5whMpDe16OtXRLbzQIJNkpWhsnjFdKzmuXMqcuNVGHIzrRcjOwZF0KZ6pW2ocEKvuv53v0tjUWtTE3CTmP4LCcUtD2vagZEz8ldVaj2cMvast5frc2t1ilSjQqdEeYhKZLTobZu2uy21FKh3ywbHkYlDI2gtHyBp5VMuZeqs6BJqSiqTWk92ZigT0Cttk2RdIsONxUPEb45dUbtu6tUSnQocbOW9mJHbjtl+kwXFlCEBCdyyxdRskck3ONmr9olrPGHhzNCXb71Ii/5NjEWpSun0xTD4aNicvwutJ9i2q6s6nLyCMQEGDl0zjdXaX2Aci06bHqMTMmZYlTivCQzMalpS426DcLB29b2N8Q9+1HkvsaM6fxZM1ypS2633bkx1KELfUmI5uWUpASCSASEgC54sOBXSb+0e1xdulvMNNA9f3NF/wA0YizV3tJaha6QKdCzjXGqhDgSFSmGI8JiKkOqRsK1d2hJUQm4FybAn1wYa7nB1VwcR8+QXdjbak0toNwg+PluVGXl/ri52i+SnaJpHlOEtoifUUu1d5FuQqSsd0kjyPcIY48ibYrzoHpA9rFndESQh1OWqcUSK1Kb8NmrnbHSryde2lI6kJDi7EIOLmao1ebl7Lr8mkREu5nq8huj5fpkdHL057wMoQkdENJ8Z8gloDgkHHC6qgQ3krawoENLjvopm7BVPC8oahZibSDHq+bHmYjyTcOR4bLUZJ+RcS6R63OLOC4Awy9H9NoOjWleVMj09zv49CgNxVSOR8Q9yp5+xJt3jqnF2vxv4w794/2cUpOIyVdZDIJW5wXOEt4/2cG8f7OGwiUrc4MJbh7YMEIlJ957j8sHee4/LCNzgucKmpbvPcflgC+Rz+Qwjc4LnAhVh7XfZ4czHVoOqeWaKut1mmNtM5ly7BX3L2YKW2q9mj5ymk7gn7S0XQLlLaTrE5ayfrtpo3IiKYzDkustWadZHd7CjgCw5YeaJ6GykccEGxtiFqSdwJSR0I45xB+ftBpdLzVU896U1en5SzhPc7+r0epslyh5hUL+OS0ghTEi5v8AEtWUSVbgSsqHRri3dKQDqucmsfY8zppnLclUSM/mvL61KLbkNu8xkeSXGRbfwD42rj1S2eMQEp8d+4ypRD7Z2raX4VoI4IUk2IPsRjr4xrxl+hzE0bVKhztJao+otp/fo+Kokrkcs1JtJZUnzs6EKTY7rYeNT0Y071ep8edJo2Xc6wlpvHmtpYqKVD/w3PGAPlx7YsGXrmiHBVtXh9OoZaYXFJxXdAlZ2geauLY3+Sch5i1KmfDZYosqtqCghTsZIDDaj5LeUQhH95Q9sdeonYz0upb6X2tN6KhSbFKnqWwQPexa/wBMKZx1A0u0bCItbzTRKTOZHds0mE58ZUCCL7GozO9xIPsEp9fXDzfYsmNzXJvDWtPfd8KtHZ57HTWmEljMeZHGarmxrxRu4B+Hpx6ktBQBU55B0hNudqRwsvvM0Gp6gZ2f0myLJLGYCgHNGYGuWcswVDasX6KmuglDbV7ouVEDkpfARqRrMpMSh0+Xozk10/zjMNdQj+Usxr0hRASmDuAIDzxK03CkoG3aZo0204yxpLlGNlrKVNbplJaWXnLLLj8p5Vt777pO511XmtV+gAsAAK59RzjLjmrVjG0xhaMlsslZOomnOUKNlbLcFum0GjxUQ4cZvna2n7Sj9paiSpSjypSiTyTjd957j8sI3Pn1wXOOKVLB0oIUk2UOQfcYpNq/otR+z7rAvUo09xWllZkLfqKY4K0ZYqzpA+NU2LkxHVXJANmnF3AsEIN07nCb7LMmO+xIZakRn21NPMvIC0OtqFlIUk8KSRwUkEEYUEtMhGR1VQtXez1RNZMqx4dQ29+lr4ilViGpK1NpcAUFNqB2uNLBB2g7VcEKSoBQoNqn2dc+6QS5KapSnqhS2vEmsUxtbsdTfkpaQN7J9QtIAPRRFielz+imZtDH339JVQ8x5MdWp5/TevTe5+GWokqVSpqr9wCbH4d7c3fcQfFx66Jrxp1V6imhZknOae5lbPioGe4/7rfQvjlp5Z7ly/kptwlXUeWJtK4fT0zCj1balW+7XmuOzchEkAtupdT6oUD/AAwOuojp3OrS0n7yyAP1x2prvZd07z3JMypZJolYkPWX8WILL63L+Zd2qKvmVHCdE7J+nGUJYl07IVFp0lJ3pkrpzKFI+S+7SU/O4+WJX+QEfaq//GCZxZeC5N6Y6E531dkxxl6iupp75/7XqCVMQ0J81Bdipy3o0lZPpi/uhvZfpWj1JdZiJVUa/ORtn1Z5IQt1sc92kAkNNJtuKbnpuWpZSnbJ+ZtcNMsoVBVIgVhGbszukpGXslMGsVB5Y42OdzdKDxb6VwWHPTGvb0rzlrwpSNREt6faelVlZGpM4P1SrJve1SnNkJbbJFzHY63spdxcxatw+p0CsKNtTo/brzTDyjkuP2ps4tQ47Xf6L0CYHKrUlD6LNVQZXdMOOftw2lgFxwAhxSdoNrKF0FvlxZUoi59v9/8AxbGupNNg0GkwqXSoUam0yEymNFhQ20tssNJFkoQlIAAA8v8AXHq3HEImTKk9Et3nuPyxrcxUGlZtoFTodbhNVKjVKM5DmRHh4HmVpIWknyuD1HINiORj2XODdhEio5kfTBrs96kStPMxqefcrK0t5OzVKI7uqxUW/wCrlk2DcxBIuP8AnAJIA2oSrXdoTshRtWlOVmkuN0fOKAG3JDqVdzM2iyUvpSN24fV7xIKgLApcATtujqJp/lvVXKFQyvm2lx6xQ5w+ljP8FKhezjahYtuJJJStPIv59MQl+6NSNFCYT8aXrTkZsER5sNaBmqntc2Q+0raiopSAnxpKXTYk+mO7Kr2mQc01zGPGFwyXK3PmnWatL5SmM1UWXSAFlsSXBujLV/VeSS2fkDf2HTDZSsPJCkqC0noQbjHZnKGqGl2rTxg0vNFJeq6voXaHV1/u6po9W1x3w24bHg2Ck3v1x9ndjjS+syFSX9OKI66s+JbFMZAUT1PDZv8APFgL6MnNVW7hrXZsdC4xKfbbUlKlJ3qO1KL+JR9AOpPtidNH+yJnnVKWy/NhP5WoAIU9MqDO2QsdbNMGyuR9pzYkA3G4+E9O6RoTp9pTFkVCFl+g5RjtIu/OcQxA2oH33LN3SLnqbc4aMzXvKdRnOUTTalzdWqyzf+b5VQG6VHPPL9SWBHaT1upJWT5C5F2PvHPHdC60+H02GXmU1KNp/lHQrTZ76WPl3KdFa+Jm1GWsm6jYF51dtzrrhHQJurwpQkAJSHN2cdNJ+b81s6w5rpjtGbRHcjZLy3Mb2yKZEdTZ2dJBvaVIBACQfo2iBc3sNzk/QWpZrzFTM36vVOm5hqlOe+Mo2UaTcUOhvfZdsu6pkkDjvnBZPO1PQid1uqdWVKVuUfPFc5xdqrIQ3RKhYIvxz7YO89x+WENxx9ucMSJbvPcflg7z3H5YRucFzgQlu89x+WDCNzgwISW7BuwluwbsLCSUruwbsJbsG7BCJQ+0XhwopPtjQ1PLD06+2UU398b7dg3YXMIyUa1PS6py47sdFQvGdFnGVG7a/wC0kix/LEXTuxfl2XKXJ/kzQ0SFnxSIjSojivmWFIv+OLN7sG754eHuGhTC1pVX19jCjSQEyqQzNaHHdzanOfRb02rfIt7YdeS+zczkNV8vwqXl88AmlRUMKPzUkbj+JxOu6+DdhTUdoSjA1Mqm5BmRDucnFSibklVyfn64dMKmKioSC8pRHvj2bsG7545mSniAlAbAf54+7sJbvng3YSESlQq3ljzSIpf6LKcKbsfd+CESmtU8nSJ1wmYUg+ROGbmTReZmSAYM99iowPKLNQl5n/AsEYlvfj5uw4EhNIBVXx2KcusuFcXLlLgLJvuprsiF+jLiU/pj4vsVZfkr3Tcv0+om971OTKlj8nHSD+IxaLfj5uw7G/mm4GqHsq6HyMpQfgqUqLSIRFlRqc0mO0R6bWwAfxw9qVkmTBCQqYVAeQOHXu+ePu/3w0klPAASMWGY6QC4VY9W7jCW754N2GwllK7sClXFumMEhSyAlKlE+Q64SU/aaiMkKUpTQd3epKlCwH93BCVeabS1SkEB0pv74atU0/lzrlE7afLxHD5CFqWUBKivzFuRj4ApSgkJJUeLDrhRISEKC85dnUZ5Ttr0anZgbHCU1aOiSQPYrBI/AjDRa7F1Fi8RKMxARaxRBqM2Om3ptQ8Bb2xaI7kqKVJUlQ6g8HGRadF7tLFhc8WsMdA9w0KZgaVV6J2LMtsSUPryzRX30EFL05tcxYPqC+pfOJSo+llRpsVqKKgGojX1I7VkNJ+SAAB+FsSYkKdUAkFRPAA64zDbhKQlpxZJUk7UEhJFr3NuOvn6HDS9x1KXAAm3T8uLprrTTs9JecTuQyXBuWPMgHkjjr/ocOBhvuh9Yq+eNXPS/Fnl2MxKccfVtVssEoXtQlJVzbw7CQFe4sSSR76dFktwmEONq7wpubA2+QPnb/TDNU+AF6iq/lg3YwTuUraASq9rDHxW5CrKBSodQRghCU3YN2Et39bBuwQklK7sGEt3zwYIRKxwYMGHJEYMGDAhGDBgwIRgwYMCEYMGDAhGDBgwIRgwYMCEYMGDAhGDBgwIRgwYMCEYMGDAhGDBgwISM9oSYDzCpJiNrKC4sKKNyAoFSNw5AI4J/wDnGoM6O01Un6asNQoNMXHZktXCO9AWbNk9dpKeRfnzvjfbjz74+ef94J/D0wkJZXhNPjRaW2y26iIwh4PuJcdUlL3BIS4sXP1rE+tvPphGIUzKZUI660h+Y8UuyZrDhCAVEFSEkX2ApSUgDp1PJJO1WbK+9frfn1wEd2PDx5/jghErxQqpFFTi9xIQqG3BccWskkDY4UpNzz5rAJ68emPPQFhKsrMuvukpjOSHEuvKPiPc+Jdzz9Zzrx4j+G0KAF7QOLj/ADwe/wDvpghErQoqaTlWMyJSjNnJbaZQys96pBcAKrjkAICiVcfwx75ECnRIcNDr7UCnx3HVrbUtSQdwvcEG5N9xsSfrdcbBKRuCeg2eWMgN3J9B/HBCJWjiOsKg0gNRzFbdnuuNR1iy+7IdIUodQSkpKgebqOPrslMimyViS64ubV9tw6od4hMlQAFjwkJSOlha+Nygb+vOAcn8v44IRK8K1JnmuMfGFllUpCC6hRT4AGy4ncPq7huBI5Fz0x54EpN5clyc3OeCiyhthzaynagKS03c8mxF1G5uTfpjadLW4uebY+JAIuAEhJ4AFgODgjNErWivNoMfcYyw6tLV2JQWVL7xtBSnjxFIUtR9AnzubfGcxNvSorQbQC8UC4duRuEkji3pHH+Me2Nm4QE2KUqF9tiLi3GMh1v5/wC/9TgzSosj1/8AuODCtlf945/iODCpq//Z"/>
          <p:cNvSpPr>
            <a:spLocks noChangeAspect="1" noChangeArrowheads="1"/>
          </p:cNvSpPr>
          <p:nvPr/>
        </p:nvSpPr>
        <p:spPr bwMode="auto">
          <a:xfrm>
            <a:off x="4445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椭圆形标注 7"/>
          <p:cNvSpPr/>
          <p:nvPr/>
        </p:nvSpPr>
        <p:spPr>
          <a:xfrm>
            <a:off x="6804248" y="1556792"/>
            <a:ext cx="2160240" cy="1076437"/>
          </a:xfrm>
          <a:prstGeom prst="wedgeEllipseCallout">
            <a:avLst>
              <a:gd name="adj1" fmla="val -40193"/>
              <a:gd name="adj2" fmla="val 58087"/>
            </a:avLst>
          </a:prstGeom>
          <a:solidFill>
            <a:srgbClr val="FFFF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USA Office: </a:t>
            </a:r>
            <a:r>
              <a:rPr lang="en-US" altLang="zh-CN" sz="1400" dirty="0" smtClean="0"/>
              <a:t>Meadow Woods Rd . NY ,11020</a:t>
            </a:r>
            <a:endParaRPr lang="zh-CN" altLang="en-US" dirty="0"/>
          </a:p>
        </p:txBody>
      </p:sp>
      <p:sp>
        <p:nvSpPr>
          <p:cNvPr id="9" name="圆角矩形标注 8"/>
          <p:cNvSpPr/>
          <p:nvPr/>
        </p:nvSpPr>
        <p:spPr>
          <a:xfrm>
            <a:off x="183989" y="1556792"/>
            <a:ext cx="1863254" cy="900680"/>
          </a:xfrm>
          <a:prstGeom prst="wedgeRoundRectCallout">
            <a:avLst>
              <a:gd name="adj1" fmla="val 67724"/>
              <a:gd name="adj2" fmla="val 73195"/>
              <a:gd name="adj3" fmla="val 16667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Europe Office:</a:t>
            </a:r>
          </a:p>
          <a:p>
            <a:pPr algn="ctr"/>
            <a:r>
              <a:rPr lang="en-US" altLang="zh-CN" dirty="0"/>
              <a:t>Rue de </a:t>
            </a:r>
            <a:r>
              <a:rPr lang="en-US" altLang="zh-CN" dirty="0" err="1"/>
              <a:t>wavre</a:t>
            </a:r>
            <a:r>
              <a:rPr lang="en-US" altLang="zh-CN" dirty="0"/>
              <a:t> 33, </a:t>
            </a:r>
            <a:r>
              <a:rPr lang="en-US" altLang="zh-CN" dirty="0" err="1" smtClean="0"/>
              <a:t>Bevekom,Belgium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10" name="圆角矩形标注 9"/>
          <p:cNvSpPr/>
          <p:nvPr/>
        </p:nvSpPr>
        <p:spPr>
          <a:xfrm>
            <a:off x="4863923" y="3645024"/>
            <a:ext cx="1656184" cy="1512168"/>
          </a:xfrm>
          <a:prstGeom prst="wedgeRoundRectCallout">
            <a:avLst>
              <a:gd name="adj1" fmla="val -104071"/>
              <a:gd name="adj2" fmla="val -65693"/>
              <a:gd name="adj3" fmla="val 16667"/>
            </a:avLst>
          </a:prstGeom>
          <a:solidFill>
            <a:srgbClr val="05AB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rgbClr val="FF0000"/>
                </a:solidFill>
              </a:rPr>
              <a:t>Factory</a:t>
            </a:r>
          </a:p>
          <a:p>
            <a:pPr algn="ctr"/>
            <a:r>
              <a:rPr lang="en-US" altLang="zh-CN" dirty="0" err="1" smtClean="0"/>
              <a:t>Jieyu</a:t>
            </a:r>
            <a:r>
              <a:rPr lang="en-US" altLang="zh-CN" dirty="0" smtClean="0"/>
              <a:t> </a:t>
            </a:r>
          </a:p>
          <a:p>
            <a:pPr algn="ctr"/>
            <a:r>
              <a:rPr lang="en-US" altLang="zh-CN" dirty="0" err="1" smtClean="0"/>
              <a:t>Millionpack</a:t>
            </a:r>
            <a:r>
              <a:rPr lang="en-US" altLang="zh-CN" dirty="0" smtClean="0"/>
              <a:t> </a:t>
            </a:r>
          </a:p>
          <a:p>
            <a:pPr algn="ctr"/>
            <a:r>
              <a:rPr lang="en-US" altLang="zh-CN" dirty="0" err="1" smtClean="0"/>
              <a:t>Corncomp</a:t>
            </a:r>
            <a:endParaRPr lang="en-US" altLang="zh-CN" dirty="0"/>
          </a:p>
          <a:p>
            <a:pPr algn="ctr"/>
            <a:r>
              <a:rPr lang="en-US" altLang="zh-CN" dirty="0" smtClean="0"/>
              <a:t>Ningbo, China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308304" y="2708920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(10000m2 Warehouse)</a:t>
            </a:r>
            <a:endParaRPr lang="zh-CN" altLang="en-US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-36512" y="2564904"/>
            <a:ext cx="19881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/>
              <a:t>(1200m2 Warehouse)</a:t>
            </a:r>
            <a:endParaRPr lang="zh-CN" altLang="en-US" sz="1600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29627"/>
            <a:ext cx="1405719" cy="125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59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Key Competitive Advantage 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9552" y="1772816"/>
            <a:ext cx="8153400" cy="4526280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Excellence in Product Development: </a:t>
            </a:r>
          </a:p>
          <a:p>
            <a:pPr lvl="1"/>
            <a:r>
              <a:rPr lang="en-US" altLang="zh-CN" dirty="0" smtClean="0">
                <a:solidFill>
                  <a:srgbClr val="00B050"/>
                </a:solidFill>
              </a:rPr>
              <a:t> </a:t>
            </a:r>
            <a:r>
              <a:rPr lang="en-US" altLang="zh-CN" sz="2100" dirty="0" smtClean="0">
                <a:solidFill>
                  <a:srgbClr val="00B050"/>
                </a:solidFill>
              </a:rPr>
              <a:t>in-house made machineries made by industrial leading R&amp;D team;</a:t>
            </a:r>
          </a:p>
          <a:p>
            <a:pPr lvl="1"/>
            <a:r>
              <a:rPr lang="en-US" altLang="zh-CN" sz="2100" dirty="0" smtClean="0">
                <a:solidFill>
                  <a:srgbClr val="00B050"/>
                </a:solidFill>
              </a:rPr>
              <a:t>Newly developing Biodegradable tableware, PLA containers;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Capacity and Efficiency </a:t>
            </a:r>
          </a:p>
          <a:p>
            <a:pPr lvl="1"/>
            <a:r>
              <a:rPr lang="en-US" altLang="zh-CN" sz="2000" dirty="0" smtClean="0">
                <a:solidFill>
                  <a:srgbClr val="00B050"/>
                </a:solidFill>
              </a:rPr>
              <a:t>Mass Production  and automation ,with less labor involved ;</a:t>
            </a:r>
          </a:p>
          <a:p>
            <a:pPr lvl="1"/>
            <a:r>
              <a:rPr lang="en-US" altLang="zh-CN" sz="2000" dirty="0" smtClean="0">
                <a:solidFill>
                  <a:srgbClr val="00B050"/>
                </a:solidFill>
              </a:rPr>
              <a:t>Lean management applied ,with High rotation;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en-US" altLang="zh-CN" dirty="0" smtClean="0">
                <a:solidFill>
                  <a:srgbClr val="00B050"/>
                </a:solidFill>
              </a:rPr>
              <a:t>Quality Always Prevails </a:t>
            </a:r>
          </a:p>
          <a:p>
            <a:pPr lvl="1"/>
            <a:r>
              <a:rPr lang="en-US" altLang="zh-CN" sz="2100" dirty="0" smtClean="0">
                <a:solidFill>
                  <a:srgbClr val="00B050"/>
                </a:solidFill>
              </a:rPr>
              <a:t>Dust-free facility ,with Food Grade certified material;</a:t>
            </a:r>
          </a:p>
          <a:p>
            <a:pPr lvl="1"/>
            <a:r>
              <a:rPr lang="en-US" altLang="zh-CN" sz="2100" dirty="0" smtClean="0">
                <a:solidFill>
                  <a:srgbClr val="00B050"/>
                </a:solidFill>
              </a:rPr>
              <a:t>3</a:t>
            </a:r>
            <a:r>
              <a:rPr lang="en-US" altLang="zh-CN" sz="2100" baseline="30000" dirty="0" smtClean="0">
                <a:solidFill>
                  <a:srgbClr val="00B050"/>
                </a:solidFill>
              </a:rPr>
              <a:t>rd</a:t>
            </a:r>
            <a:r>
              <a:rPr lang="en-US" altLang="zh-CN" sz="2100" dirty="0" smtClean="0">
                <a:solidFill>
                  <a:srgbClr val="00B050"/>
                </a:solidFill>
              </a:rPr>
              <a:t> party(SGS)audited production process control ;</a:t>
            </a:r>
          </a:p>
          <a:p>
            <a:pPr lvl="1"/>
            <a:r>
              <a:rPr lang="en-US" altLang="zh-CN" sz="2100" dirty="0" smtClean="0">
                <a:solidFill>
                  <a:srgbClr val="00B050"/>
                </a:solidFill>
              </a:rPr>
              <a:t>BRC, FSC certified </a:t>
            </a:r>
            <a:r>
              <a:rPr lang="en-US" altLang="zh-CN" sz="2100" dirty="0">
                <a:solidFill>
                  <a:srgbClr val="00B050"/>
                </a:solidFill>
              </a:rPr>
              <a:t>and </a:t>
            </a:r>
            <a:r>
              <a:rPr lang="en-US" altLang="zh-CN" sz="2100" dirty="0" smtClean="0">
                <a:solidFill>
                  <a:srgbClr val="00B050"/>
                </a:solidFill>
              </a:rPr>
              <a:t>FDA /LFGB test passed.</a:t>
            </a:r>
            <a:endParaRPr lang="zh-CN" altLang="en-US" sz="2100" dirty="0">
              <a:solidFill>
                <a:srgbClr val="00B05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7</a:t>
            </a:fld>
            <a:endParaRPr lang="zh-CN" altLang="en-US"/>
          </a:p>
        </p:txBody>
      </p:sp>
      <p:pic>
        <p:nvPicPr>
          <p:cNvPr id="5" name="Picture 2" descr="产品与服务">
            <a:hlinkClick r:id="rId2" tooltip="产品与服务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5373216"/>
            <a:ext cx="2286974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29627"/>
            <a:ext cx="1405719" cy="125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621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Newly Products Updates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3528" y="2060848"/>
            <a:ext cx="8153400" cy="452628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5AB44"/>
                </a:solidFill>
              </a:rPr>
              <a:t>BBQ Combo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05AB44"/>
                </a:solidFill>
              </a:rPr>
              <a:t>PLA laminated Category (Paper Cup, Paper Tray)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05AB44"/>
                </a:solidFill>
              </a:rPr>
              <a:t>Compostable Cutlery (CPLA spoon and forks)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05AB44"/>
                </a:solidFill>
              </a:rPr>
              <a:t>Bamboo Spoon and forks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05AB44"/>
                </a:solidFill>
              </a:rPr>
              <a:t>Plastic-Free coated </a:t>
            </a:r>
            <a:r>
              <a:rPr lang="en-US" altLang="zh-CN" dirty="0">
                <a:solidFill>
                  <a:srgbClr val="05AB44"/>
                </a:solidFill>
              </a:rPr>
              <a:t>paper </a:t>
            </a:r>
            <a:r>
              <a:rPr lang="en-US" altLang="zh-CN" dirty="0" smtClean="0">
                <a:solidFill>
                  <a:srgbClr val="05AB44"/>
                </a:solidFill>
              </a:rPr>
              <a:t>Cup( Tray)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5AB44"/>
                </a:solidFill>
              </a:rPr>
              <a:t>Paper Plate</a:t>
            </a:r>
            <a:endParaRPr lang="zh-CN" altLang="en-US" dirty="0">
              <a:solidFill>
                <a:srgbClr val="05AB44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8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29627"/>
            <a:ext cx="1405719" cy="1251886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4365104"/>
            <a:ext cx="2002532" cy="2017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669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BBQ Combo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9</a:t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11560" y="1844824"/>
            <a:ext cx="31683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smtClean="0">
                <a:solidFill>
                  <a:srgbClr val="05AB44"/>
                </a:solidFill>
              </a:rPr>
              <a:t>BBQ Combo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3600" dirty="0">
                <a:solidFill>
                  <a:srgbClr val="05AB44"/>
                </a:solidFill>
              </a:rPr>
              <a:t>Fork</a:t>
            </a:r>
            <a:r>
              <a:rPr lang="zh-CN" altLang="en-US" sz="3600" dirty="0" smtClean="0">
                <a:solidFill>
                  <a:srgbClr val="05AB44"/>
                </a:solidFill>
              </a:rPr>
              <a:t>、</a:t>
            </a:r>
            <a:r>
              <a:rPr lang="en-US" altLang="zh-CN" sz="3600" dirty="0" smtClean="0">
                <a:solidFill>
                  <a:srgbClr val="05AB44"/>
                </a:solidFill>
              </a:rPr>
              <a:t>Knifes</a:t>
            </a:r>
            <a:r>
              <a:rPr lang="zh-CN" altLang="en-US" sz="3600" dirty="0" smtClean="0">
                <a:solidFill>
                  <a:srgbClr val="05AB44"/>
                </a:solidFill>
              </a:rPr>
              <a:t>；</a:t>
            </a:r>
            <a:endParaRPr lang="en-US" altLang="zh-CN" sz="3600" dirty="0" smtClean="0">
              <a:solidFill>
                <a:srgbClr val="05AB44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3600" dirty="0" smtClean="0">
                <a:solidFill>
                  <a:srgbClr val="05AB44"/>
                </a:solidFill>
              </a:rPr>
              <a:t>Paper Cups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3600" dirty="0" smtClean="0">
                <a:solidFill>
                  <a:srgbClr val="05AB44"/>
                </a:solidFill>
              </a:rPr>
              <a:t>Paper Tray</a:t>
            </a:r>
            <a:r>
              <a:rPr lang="zh-CN" altLang="en-US" sz="3600" dirty="0" smtClean="0">
                <a:solidFill>
                  <a:srgbClr val="05AB44"/>
                </a:solidFill>
              </a:rPr>
              <a:t>；</a:t>
            </a:r>
            <a:endParaRPr lang="en-US" altLang="zh-CN" sz="3600" dirty="0" smtClean="0">
              <a:solidFill>
                <a:srgbClr val="05AB44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3600" dirty="0" smtClean="0">
                <a:solidFill>
                  <a:srgbClr val="05AB44"/>
                </a:solidFill>
              </a:rPr>
              <a:t>Bamboo Sticks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3600" dirty="0" smtClean="0">
                <a:solidFill>
                  <a:srgbClr val="05AB44"/>
                </a:solidFill>
              </a:rPr>
              <a:t>Napkins</a:t>
            </a:r>
            <a:r>
              <a:rPr lang="zh-CN" altLang="en-US" sz="3600" dirty="0" smtClean="0">
                <a:solidFill>
                  <a:srgbClr val="05AB44"/>
                </a:solidFill>
              </a:rPr>
              <a:t>；</a:t>
            </a:r>
            <a:endParaRPr lang="en-US" altLang="zh-CN" sz="3600" dirty="0" smtClean="0">
              <a:solidFill>
                <a:srgbClr val="05AB44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zh-CN" altLang="en-US" sz="3600" b="1" dirty="0">
              <a:solidFill>
                <a:srgbClr val="05AB44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29627"/>
            <a:ext cx="1405719" cy="12518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002" y="1700808"/>
            <a:ext cx="3959414" cy="2525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 descr="C:\Users\admin\Documents\WXWork\1688850381684951\Cache\Image\2023-05\f349c639-6ce2-4894-8a3d-2ae01010ebe9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341" y="4293096"/>
            <a:ext cx="3166542" cy="2373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66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Compostable  Cutlery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10</a:t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83568" y="1988840"/>
            <a:ext cx="331236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 smtClean="0">
                <a:solidFill>
                  <a:srgbClr val="00B050"/>
                </a:solidFill>
              </a:rPr>
              <a:t>Bamboo </a:t>
            </a:r>
            <a:r>
              <a:rPr lang="en-US" altLang="zh-CN" sz="2800" dirty="0">
                <a:solidFill>
                  <a:srgbClr val="00B050"/>
                </a:solidFill>
              </a:rPr>
              <a:t>Cutlery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 smtClean="0">
                <a:solidFill>
                  <a:srgbClr val="00B050"/>
                </a:solidFill>
              </a:rPr>
              <a:t>Paper Cutlery</a:t>
            </a:r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29627"/>
            <a:ext cx="1405719" cy="1251886"/>
          </a:xfrm>
          <a:prstGeom prst="rect">
            <a:avLst/>
          </a:prstGeom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789040"/>
            <a:ext cx="6362700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 descr="C:\Users\admin\AppData\Local\Temp\企业微信截图_1684419645387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722481"/>
            <a:ext cx="4252144" cy="1942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2095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Retails Sets Compostable Bowls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11</a:t>
            </a:fld>
            <a:endParaRPr lang="zh-CN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305157"/>
            <a:ext cx="2002532" cy="2017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23567" y="1628800"/>
            <a:ext cx="43204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dirty="0" smtClean="0">
                <a:solidFill>
                  <a:srgbClr val="00B050"/>
                </a:solidFill>
              </a:rPr>
              <a:t>Retails Sets  Bowls </a:t>
            </a:r>
            <a:r>
              <a:rPr lang="zh-CN" altLang="en-US" sz="3200" dirty="0" smtClean="0">
                <a:solidFill>
                  <a:srgbClr val="00B050"/>
                </a:solidFill>
              </a:rPr>
              <a:t>；</a:t>
            </a:r>
            <a:endParaRPr lang="en-US" altLang="zh-CN" sz="3200" dirty="0" smtClean="0">
              <a:solidFill>
                <a:srgbClr val="00B05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dirty="0" smtClean="0">
                <a:solidFill>
                  <a:srgbClr val="00B050"/>
                </a:solidFill>
              </a:rPr>
              <a:t>PE or PLA laminated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dirty="0" smtClean="0">
              <a:solidFill>
                <a:srgbClr val="00B050"/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784" y="3163864"/>
            <a:ext cx="2480495" cy="3308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908" y="3189787"/>
            <a:ext cx="2489891" cy="3321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29627"/>
            <a:ext cx="1405719" cy="125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245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PLA laminating </a:t>
            </a:r>
            <a:r>
              <a:rPr lang="en-US" altLang="zh-CN" dirty="0" smtClean="0"/>
              <a:t>Products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12</a:t>
            </a:fld>
            <a:endParaRPr lang="zh-CN" altLang="en-US"/>
          </a:p>
        </p:txBody>
      </p:sp>
      <p:pic>
        <p:nvPicPr>
          <p:cNvPr id="3076" name="Picture 4" descr="d:\Users\Administrator\Documents\WXWork\1688850381684951\Cache\Image\2021-03\DCIM(1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661036"/>
            <a:ext cx="4248472" cy="4504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39552" y="2420888"/>
            <a:ext cx="273630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 smtClean="0">
                <a:solidFill>
                  <a:srgbClr val="00B050"/>
                </a:solidFill>
              </a:rPr>
              <a:t>Salad Bowl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 smtClean="0">
                <a:solidFill>
                  <a:srgbClr val="00B050"/>
                </a:solidFill>
              </a:rPr>
              <a:t>Paper Tray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 smtClean="0">
                <a:solidFill>
                  <a:srgbClr val="00B050"/>
                </a:solidFill>
              </a:rPr>
              <a:t>Lunch Box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 smtClean="0">
                <a:solidFill>
                  <a:srgbClr val="00B050"/>
                </a:solidFill>
              </a:rPr>
              <a:t>Salad Box  </a:t>
            </a:r>
          </a:p>
          <a:p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29627"/>
            <a:ext cx="1405719" cy="125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67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Plastic-free Coated Cups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13</a:t>
            </a:fld>
            <a:endParaRPr lang="zh-CN" altLang="en-US"/>
          </a:p>
        </p:txBody>
      </p:sp>
      <p:pic>
        <p:nvPicPr>
          <p:cNvPr id="5124" name="Picture 4" descr="d:\Users\Administrator\Documents\WXWork\1688850381684951\Cache\Image\2021-03\DCIM(4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85967"/>
            <a:ext cx="6737995" cy="4767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29627"/>
            <a:ext cx="1405719" cy="125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494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Key Management Team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14</a:t>
            </a:fld>
            <a:endParaRPr lang="zh-CN" altLang="en-US"/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3765902773"/>
              </p:ext>
            </p:extLst>
          </p:nvPr>
        </p:nvGraphicFramePr>
        <p:xfrm>
          <a:off x="539552" y="1124744"/>
          <a:ext cx="8352928" cy="4853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29627"/>
            <a:ext cx="1405719" cy="1251886"/>
          </a:xfrm>
          <a:prstGeom prst="rect">
            <a:avLst/>
          </a:prstGeom>
        </p:spPr>
      </p:pic>
      <p:pic>
        <p:nvPicPr>
          <p:cNvPr id="1026" name="Picture 2" descr="http://img1.imgtn.bdimg.com/it/u=3570349777,2693335570&amp;fm=26&amp;gp=0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6910" y="5335471"/>
            <a:ext cx="1291594" cy="1549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663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Factory Highlights--</a:t>
            </a:r>
            <a:r>
              <a:rPr lang="en-US" altLang="zh-CN" dirty="0" err="1" smtClean="0"/>
              <a:t>Corncomp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Newly Equipped with 6000m</a:t>
            </a:r>
            <a:r>
              <a:rPr lang="en-US" altLang="zh-CN" sz="2400" dirty="0" smtClean="0">
                <a:solidFill>
                  <a:srgbClr val="00B050"/>
                </a:solidFill>
              </a:rPr>
              <a:t>2</a:t>
            </a:r>
            <a:r>
              <a:rPr lang="en-US" altLang="zh-CN" dirty="0" smtClean="0">
                <a:solidFill>
                  <a:srgbClr val="00B050"/>
                </a:solidFill>
              </a:rPr>
              <a:t> Plant (dusty-free) , and 80 workers; 30 production lines of Straws ,Cutleries, Cups/ Bowls .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Equipped with leading industrial machineries </a:t>
            </a:r>
          </a:p>
          <a:p>
            <a:pPr lvl="1"/>
            <a:r>
              <a:rPr lang="en-US" altLang="zh-CN" dirty="0" smtClean="0">
                <a:solidFill>
                  <a:srgbClr val="00B050"/>
                </a:solidFill>
              </a:rPr>
              <a:t>1 Printing Machineries </a:t>
            </a:r>
          </a:p>
          <a:p>
            <a:pPr lvl="1"/>
            <a:r>
              <a:rPr lang="en-US" altLang="zh-CN" dirty="0" smtClean="0">
                <a:solidFill>
                  <a:srgbClr val="00B050"/>
                </a:solidFill>
              </a:rPr>
              <a:t>3 Slitting Machineries and 1 Die Cutting machine,</a:t>
            </a:r>
          </a:p>
          <a:p>
            <a:pPr lvl="1"/>
            <a:r>
              <a:rPr lang="en-US" altLang="zh-CN" dirty="0" smtClean="0">
                <a:solidFill>
                  <a:srgbClr val="00B050"/>
                </a:solidFill>
              </a:rPr>
              <a:t>30 Tube Rolling Machineries ,</a:t>
            </a:r>
          </a:p>
          <a:p>
            <a:pPr lvl="1"/>
            <a:r>
              <a:rPr lang="en-US" altLang="zh-CN" dirty="0" smtClean="0">
                <a:solidFill>
                  <a:srgbClr val="00B050"/>
                </a:solidFill>
              </a:rPr>
              <a:t>10 Individual packaging </a:t>
            </a:r>
            <a:r>
              <a:rPr lang="en-US" altLang="zh-CN" dirty="0">
                <a:solidFill>
                  <a:srgbClr val="00B050"/>
                </a:solidFill>
              </a:rPr>
              <a:t>M</a:t>
            </a:r>
            <a:r>
              <a:rPr lang="en-US" altLang="zh-CN" dirty="0" smtClean="0">
                <a:solidFill>
                  <a:srgbClr val="00B050"/>
                </a:solidFill>
              </a:rPr>
              <a:t>achineries</a:t>
            </a:r>
          </a:p>
          <a:p>
            <a:pPr lvl="1"/>
            <a:r>
              <a:rPr lang="en-US" altLang="zh-CN" dirty="0" smtClean="0">
                <a:solidFill>
                  <a:srgbClr val="00B050"/>
                </a:solidFill>
              </a:rPr>
              <a:t>2 Drying &amp; Sanitizing Machineries </a:t>
            </a:r>
          </a:p>
          <a:p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15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29627"/>
            <a:ext cx="1405719" cy="125188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5184576"/>
            <a:ext cx="2171734" cy="16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93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Corncomp</a:t>
            </a:r>
            <a:r>
              <a:rPr lang="en-US" altLang="zh-CN" dirty="0" smtClean="0"/>
              <a:t> Overview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16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542764"/>
            <a:ext cx="3182725" cy="239029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1" y="3973790"/>
            <a:ext cx="8712968" cy="283763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682" y="1541289"/>
            <a:ext cx="5792814" cy="239176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29627"/>
            <a:ext cx="1405719" cy="125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83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Factory </a:t>
            </a:r>
            <a:r>
              <a:rPr lang="en-US" altLang="zh-CN" dirty="0" smtClean="0"/>
              <a:t>Highlights--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17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506195"/>
            <a:ext cx="3472191" cy="474533"/>
          </a:xfrm>
          <a:prstGeom prst="rect">
            <a:avLst/>
          </a:prstGeom>
        </p:spPr>
      </p:pic>
      <p:sp>
        <p:nvSpPr>
          <p:cNvPr id="7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Established in 2009, 10 years experience in Food packaging industry;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Sales </a:t>
            </a:r>
            <a:r>
              <a:rPr lang="en-US" altLang="zh-CN" dirty="0">
                <a:solidFill>
                  <a:srgbClr val="00B050"/>
                </a:solidFill>
              </a:rPr>
              <a:t>turnover </a:t>
            </a:r>
            <a:r>
              <a:rPr lang="en-US" altLang="zh-CN" dirty="0" smtClean="0">
                <a:solidFill>
                  <a:srgbClr val="00B050"/>
                </a:solidFill>
              </a:rPr>
              <a:t>15M+ USD  ,with 11,000m</a:t>
            </a:r>
            <a:r>
              <a:rPr lang="en-US" altLang="zh-CN" sz="2400" dirty="0" smtClean="0">
                <a:solidFill>
                  <a:srgbClr val="00B050"/>
                </a:solidFill>
              </a:rPr>
              <a:t>2</a:t>
            </a:r>
            <a:r>
              <a:rPr lang="en-US" altLang="zh-CN" dirty="0" smtClean="0">
                <a:solidFill>
                  <a:srgbClr val="00B050"/>
                </a:solidFill>
              </a:rPr>
              <a:t> Plant and 110 workers;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Annual 5000tons of Paper Tray, Lunch box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Equipped with leading industrial machineries </a:t>
            </a:r>
          </a:p>
          <a:p>
            <a:pPr lvl="1"/>
            <a:r>
              <a:rPr lang="en-US" altLang="zh-CN" dirty="0" smtClean="0">
                <a:solidFill>
                  <a:srgbClr val="00B050"/>
                </a:solidFill>
              </a:rPr>
              <a:t>1 Printer Machine, 1 PLA/PE Laminating machine. </a:t>
            </a:r>
          </a:p>
          <a:p>
            <a:pPr lvl="1"/>
            <a:r>
              <a:rPr lang="en-US" altLang="zh-CN" dirty="0" smtClean="0">
                <a:solidFill>
                  <a:srgbClr val="00B050"/>
                </a:solidFill>
              </a:rPr>
              <a:t>4 Die </a:t>
            </a:r>
            <a:r>
              <a:rPr lang="en-US" altLang="zh-CN" dirty="0" err="1" smtClean="0">
                <a:solidFill>
                  <a:srgbClr val="00B050"/>
                </a:solidFill>
              </a:rPr>
              <a:t>CuttingMachineries</a:t>
            </a:r>
            <a:r>
              <a:rPr lang="en-US" altLang="zh-CN" dirty="0" smtClean="0">
                <a:solidFill>
                  <a:srgbClr val="00B050"/>
                </a:solidFill>
              </a:rPr>
              <a:t> </a:t>
            </a:r>
          </a:p>
          <a:p>
            <a:pPr lvl="1"/>
            <a:r>
              <a:rPr lang="en-US" altLang="zh-CN" dirty="0" smtClean="0">
                <a:solidFill>
                  <a:srgbClr val="00B050"/>
                </a:solidFill>
              </a:rPr>
              <a:t>35 production lines with Sleeve Production,</a:t>
            </a:r>
          </a:p>
          <a:p>
            <a:pPr lvl="1"/>
            <a:r>
              <a:rPr lang="en-US" altLang="zh-CN" dirty="0" smtClean="0">
                <a:solidFill>
                  <a:srgbClr val="00B050"/>
                </a:solidFill>
              </a:rPr>
              <a:t>3 packaging </a:t>
            </a:r>
            <a:r>
              <a:rPr lang="en-US" altLang="zh-CN" dirty="0">
                <a:solidFill>
                  <a:srgbClr val="00B050"/>
                </a:solidFill>
              </a:rPr>
              <a:t>M</a:t>
            </a:r>
            <a:r>
              <a:rPr lang="en-US" altLang="zh-CN" dirty="0" smtClean="0">
                <a:solidFill>
                  <a:srgbClr val="00B050"/>
                </a:solidFill>
              </a:rPr>
              <a:t>achineries</a:t>
            </a:r>
          </a:p>
          <a:p>
            <a:pPr marL="0" indent="0">
              <a:buNone/>
            </a:pPr>
            <a:endParaRPr lang="zh-CN" altLang="en-US" dirty="0">
              <a:solidFill>
                <a:srgbClr val="00B050"/>
              </a:solidFill>
            </a:endParaRPr>
          </a:p>
        </p:txBody>
      </p:sp>
      <p:pic>
        <p:nvPicPr>
          <p:cNvPr id="9" name="内容占位符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614" y="5373216"/>
            <a:ext cx="2301882" cy="133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884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Company Overview-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18</a:t>
            </a:fld>
            <a:endParaRPr lang="zh-CN" altLang="en-US"/>
          </a:p>
        </p:txBody>
      </p:sp>
      <p:pic>
        <p:nvPicPr>
          <p:cNvPr id="7" name="内容占位符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1556792"/>
            <a:ext cx="3115972" cy="221401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567402"/>
            <a:ext cx="3024336" cy="41332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3876922"/>
            <a:ext cx="7416824" cy="2928435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556792"/>
            <a:ext cx="3912865" cy="2320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8543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Factory </a:t>
            </a:r>
            <a:r>
              <a:rPr lang="en-US" altLang="zh-CN" dirty="0" smtClean="0"/>
              <a:t>Highlights--</a:t>
            </a:r>
            <a:r>
              <a:rPr lang="en-US" altLang="zh-CN" dirty="0" err="1" smtClean="0"/>
              <a:t>Plastik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Established in 2009 , with </a:t>
            </a:r>
            <a:r>
              <a:rPr lang="en-US" altLang="zh-CN" b="1" dirty="0" smtClean="0">
                <a:solidFill>
                  <a:srgbClr val="00B050"/>
                </a:solidFill>
              </a:rPr>
              <a:t>35M+</a:t>
            </a:r>
            <a:r>
              <a:rPr lang="en-US" altLang="zh-CN" dirty="0" smtClean="0">
                <a:solidFill>
                  <a:srgbClr val="00B050"/>
                </a:solidFill>
              </a:rPr>
              <a:t> USD turnover 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Self-owned </a:t>
            </a:r>
            <a:r>
              <a:rPr lang="en-US" altLang="zh-CN" i="1" u="sng" dirty="0" smtClean="0">
                <a:solidFill>
                  <a:srgbClr val="00B050"/>
                </a:solidFill>
              </a:rPr>
              <a:t>36,500</a:t>
            </a:r>
            <a:r>
              <a:rPr lang="en-US" altLang="zh-CN" dirty="0" smtClean="0">
                <a:solidFill>
                  <a:srgbClr val="00B050"/>
                </a:solidFill>
              </a:rPr>
              <a:t>m</a:t>
            </a:r>
            <a:r>
              <a:rPr lang="en-US" altLang="zh-CN" sz="2400" dirty="0" smtClean="0">
                <a:solidFill>
                  <a:srgbClr val="00B050"/>
                </a:solidFill>
              </a:rPr>
              <a:t>2</a:t>
            </a:r>
            <a:r>
              <a:rPr lang="en-US" altLang="zh-CN" dirty="0" smtClean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Plant </a:t>
            </a:r>
            <a:r>
              <a:rPr lang="en-US" altLang="zh-CN" dirty="0" smtClean="0">
                <a:solidFill>
                  <a:srgbClr val="00B050"/>
                </a:solidFill>
              </a:rPr>
              <a:t>and 120 workers;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Annual consumption of 20000tons of PP/PLA material ;</a:t>
            </a:r>
          </a:p>
          <a:p>
            <a:r>
              <a:rPr lang="en-US" altLang="zh-CN" dirty="0" smtClean="0">
                <a:solidFill>
                  <a:srgbClr val="00B050"/>
                </a:solidFill>
              </a:rPr>
              <a:t>Equipped </a:t>
            </a:r>
            <a:r>
              <a:rPr lang="en-US" altLang="zh-CN" dirty="0">
                <a:solidFill>
                  <a:srgbClr val="00B050"/>
                </a:solidFill>
              </a:rPr>
              <a:t>with leading industrial </a:t>
            </a:r>
            <a:r>
              <a:rPr lang="en-US" altLang="zh-CN" dirty="0" smtClean="0">
                <a:solidFill>
                  <a:srgbClr val="00B050"/>
                </a:solidFill>
              </a:rPr>
              <a:t>Facilities</a:t>
            </a:r>
            <a:endParaRPr lang="en-US" altLang="zh-CN" dirty="0">
              <a:solidFill>
                <a:srgbClr val="00B050"/>
              </a:solidFill>
            </a:endParaRPr>
          </a:p>
          <a:p>
            <a:pPr lvl="1"/>
            <a:r>
              <a:rPr lang="en-US" altLang="zh-CN" dirty="0" smtClean="0">
                <a:solidFill>
                  <a:srgbClr val="00B050"/>
                </a:solidFill>
              </a:rPr>
              <a:t>Self-owned Molding workshop with R&amp;D center</a:t>
            </a:r>
          </a:p>
          <a:p>
            <a:pPr lvl="1"/>
            <a:r>
              <a:rPr lang="en-US" altLang="zh-CN" dirty="0" smtClean="0">
                <a:solidFill>
                  <a:srgbClr val="00B050"/>
                </a:solidFill>
              </a:rPr>
              <a:t>68 injection machineries </a:t>
            </a:r>
          </a:p>
          <a:p>
            <a:pPr lvl="1"/>
            <a:r>
              <a:rPr lang="en-US" altLang="zh-CN" dirty="0" smtClean="0">
                <a:solidFill>
                  <a:srgbClr val="00B050"/>
                </a:solidFill>
              </a:rPr>
              <a:t>2 CNC processing machinery</a:t>
            </a:r>
          </a:p>
          <a:p>
            <a:pPr lvl="1"/>
            <a:r>
              <a:rPr lang="en-US" altLang="zh-CN" dirty="0" smtClean="0">
                <a:solidFill>
                  <a:srgbClr val="00B050"/>
                </a:solidFill>
              </a:rPr>
              <a:t>Auto material feeding system</a:t>
            </a:r>
          </a:p>
          <a:p>
            <a:pPr lvl="1"/>
            <a:r>
              <a:rPr lang="en-US" altLang="zh-CN" dirty="0" smtClean="0">
                <a:solidFill>
                  <a:srgbClr val="00B050"/>
                </a:solidFill>
              </a:rPr>
              <a:t>Automatic packing system</a:t>
            </a:r>
            <a:endParaRPr lang="en-US" altLang="zh-CN" dirty="0">
              <a:solidFill>
                <a:srgbClr val="00B05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19</a:t>
            </a:fld>
            <a:endParaRPr lang="zh-CN" altLang="en-US"/>
          </a:p>
        </p:txBody>
      </p: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476672"/>
            <a:ext cx="2085268" cy="60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408" y="4408512"/>
            <a:ext cx="3645088" cy="2332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099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Main Facility Overview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20</a:t>
            </a:fld>
            <a:endParaRPr lang="zh-CN" altLang="en-US"/>
          </a:p>
        </p:txBody>
      </p: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476672"/>
            <a:ext cx="2085268" cy="60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Dropbox\STUDY\APaper straw\jieyu order\厂区及设备照片\设备sm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933056"/>
            <a:ext cx="4242048" cy="282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D:\Dropbox\STUDY\APaper straw\jieyu order\厂区及设备照片\设备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933056"/>
            <a:ext cx="4283871" cy="285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:\Dropbox\STUDY\APaper straw\jieyu order\厂区及设备照片\厂区sm2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23" y="1473825"/>
            <a:ext cx="8442173" cy="245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223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Factory’s Video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21</a:t>
            </a:fld>
            <a:endParaRPr lang="zh-CN" altLang="en-US"/>
          </a:p>
        </p:txBody>
      </p:sp>
      <p:pic>
        <p:nvPicPr>
          <p:cNvPr id="5" name="图片 4">
            <a:hlinkClick r:id="rId2" action="ppaction://hlinkfile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988840"/>
            <a:ext cx="1512168" cy="1346685"/>
          </a:xfrm>
          <a:prstGeom prst="rect">
            <a:avLst/>
          </a:prstGeom>
        </p:spPr>
      </p:pic>
      <p:sp>
        <p:nvSpPr>
          <p:cNvPr id="6" name="文本占位符 2"/>
          <p:cNvSpPr>
            <a:spLocks noGrp="1"/>
          </p:cNvSpPr>
          <p:nvPr>
            <p:ph type="body" idx="1"/>
          </p:nvPr>
        </p:nvSpPr>
        <p:spPr>
          <a:xfrm>
            <a:off x="4572000" y="2708920"/>
            <a:ext cx="4241619" cy="242925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4000" b="1" dirty="0" smtClean="0">
                <a:solidFill>
                  <a:srgbClr val="00B050"/>
                </a:solidFill>
              </a:rPr>
              <a:t>Excellence brings  value to Each Customer </a:t>
            </a:r>
            <a:endParaRPr lang="zh-CN" altLang="en-US" sz="4000" b="1" dirty="0">
              <a:solidFill>
                <a:srgbClr val="00B05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29627"/>
            <a:ext cx="1405719" cy="1251886"/>
          </a:xfrm>
          <a:prstGeom prst="rect">
            <a:avLst/>
          </a:prstGeom>
        </p:spPr>
      </p:pic>
      <p:pic>
        <p:nvPicPr>
          <p:cNvPr id="8" name="Picture 2" descr="logo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5181435"/>
            <a:ext cx="2085268" cy="60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hlinkClick r:id="rId6" action="ppaction://hlinkfile"/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10" y="3933056"/>
            <a:ext cx="2857500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515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Strategic Business Partners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22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29627"/>
            <a:ext cx="1405719" cy="125188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60" y="3524080"/>
            <a:ext cx="1503102" cy="1455384"/>
          </a:xfrm>
          <a:prstGeom prst="rect">
            <a:avLst/>
          </a:prstGeom>
        </p:spPr>
      </p:pic>
      <p:pic>
        <p:nvPicPr>
          <p:cNvPr id="11" name="Picture 31" descr="EC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4581128"/>
            <a:ext cx="1526544" cy="93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6" descr="00-index_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63" y="1990188"/>
            <a:ext cx="1380165" cy="1128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229" y="5825981"/>
            <a:ext cx="2543395" cy="555347"/>
          </a:xfrm>
          <a:prstGeom prst="rect">
            <a:avLst/>
          </a:prstGeom>
        </p:spPr>
      </p:pic>
      <p:pic>
        <p:nvPicPr>
          <p:cNvPr id="1028" name="Picture 4" descr="Dorfin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842893"/>
            <a:ext cx="2448272" cy="938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8" descr="data:image/jpeg;base64,/9j/4AAQSkZJRgABAQAAAQABAAD/2wBDAAYEBQYFBAYGBQYHBwYIChAKCgkJChQODwwQFxQYGBcUFhYaHSUfGhsjHBYWICwgIyYnKSopGR8tMC0oMCUoKSj/2wBDAQcHBwoIChMKChMoGhYaKCgoKCgoKCgoKCgoKCgoKCgoKCgoKCgoKCgoKCgoKCgoKCgoKCgoKCgoKCgoKCgoKCj/wAARCADLAp4DASIAAhEBAxEB/8QAHQABAAIDAAMBAAAAAAAAAAAAAAcIAQUGAgQJA//EAGAQAAEDAwEDBAkOBwwHBgcAAAEAAgMEBREGBxIhCDFBURMUF1NhcZGSlBgiMlVWdIGTobGywdHSFTY3QnOz0xYjJDM0Q1JUYnKC4SYnRUaDhPA1Y3WFwuI4RGSipMPx/8QAGwEBAAIDAQEAAAAAAAAAAAAAAAQFAQMGAgf/xAA7EQABAwICBgYIBgIDAQAAAAAAAQIDBBEFBhIUITFBoRMWUVJh4RUiM1NxgbHRIzI0NWLBcpElQlSC/9oADAMBAAIRAxEAPwC1KJlEAREQBERAEREAREQBERAEREAREQBERAEREAREQBERAEREAREQBERAEREAREQBERAEREAREQBERAEREAREygCIiAIiZQBERAEREAREQBERAEREAREQBERAEREAREQBERAEREAREQBERAEREARMplAEREARMogNHqTUtq03TRVF6qhTQyv3GuLS7LurgFz/AHWtFj/bLfiJPur3tpWnYtSaTrKR8bXTNYZISfzXgcCqdyMLHua8EOBIwf8ArryodRO6Jdh1mX8DpcVjcr3Kjm77WLbd1rRfty34iT7qd1rRft034iT7qqOi0a8/sOi6kUnvHcvsW57rOi/blvxEn3V+kG1LR87t2K8RZ/tMc0fKFUJZCxrz+wx1IpPeO5fYvNbbnR3KnbPQ1MNRE7mdE8OHlC90FUj03f7jp25MrrVUOilb7Jv5r/AR0hW/0ffYNR6dorpT8BUMBc3Od13SPgKmQVCS7OJyON4DJhSo6+k1eJvVgnCyOZevVzspoXyyuDWMaXEnmAHSpBQoiqtkPCtraeigdNVzRwwsGXPkcGtA8ZXJVO1LR1PIWSXqIkdLGOePKAQq7bSNZ1mrL1M907xbo3lsELXYbgZG8QOkjp8JC4zCr5K1UdZqHe4fktskKPqXqirwQtwNrWi/blvxEn3VnutaK9uR8RJ91VGRa9ef2E/qRSd93L7F0bPrTT15kbFbbrSzTOGRH2QB5/wniuiByFQ+N72HejeWPBBDhzjCsNsH1zUXXfsl1lfPVRMMkMrzlz2DoJ6SOC3w1aSO0XbChxnKzqGNZ4XaTU333k1osArKmnIBERAEREAREQBERAEREAREQBERAERMoAiIgCIiAIiIAiIgCIiAw44XE3LaZpO3V0tJV3VrJ4nFkjexPO64c44NXbHCrFygdPtteqWV8DN2GuYXuwPzxzrRPI6Nuk0ucDoIMQqdXmcqXTZYmAbW9F+3I+Ik+6vLutaK9uR8RJ91VHKYULX39h2vUij947l9i3Hda0X7cD4iT7q2mndcaf1FUup7PcGVE7QXdj3XNdj/ABAKmeFJXJ94bRofe0n1L3FWOe5EVCDiWUaekpnzseqq1L8PsWqCIEVifPwiIgCIiAIiIAiIgCIiAIiIAiIgCIiAIiIAiIgCIiAIiIAsErKFAelcrhS2ykkqq+eOCBgy57zgAKP7jtm0pSOxFPUVWOcwxH68Lk+UvJVYs8LC/tM729g8N7w9HNlQNhQaiqdG7RRDt8DyxBXU6VEzl28ELMjbnpnvFx+JH3ls7Rtg0pcZGxurH0z3cwnZu/LzDyqqWFlvBaErn9hdPyZRKnquVC9VLUx1MLZYXh8bhkOacgjwFewFFfJ4nqpdDubVOe6OOdzYd/obgcB4MkqVArNjtJqKfN6ym1WofDe+itj85m70bs9SpFqaEQ6huUbODGVD2tHg3irvSHDD4lSbVpzqe7e+pPpKFXN2Ip2GR1/GlTwQ0yIUVafSAiIhk8gpq5OmpW01wqbBUvxFUDstOCeZ49kPhGD8BUKhe5ZrhNarpS19M4iWnkEjeOM46PhHBbIpFjeioVmL0KV1K6Hjw+KF5ScBRNt/1ObVp5lspn4qa/LXYPFsfT5ebyrvrHe6e62CnukUjewSQiQ5PseHHKqhtI1E/Uuq6us3iadrtyAf2BwB+Hn+FWdTLossm9T5vlzC3VFb+Imxm/4nLIiKoPrYREQGV3OxKZ8e06zNacNkMjXeLsbj84C4ZdvsW4bTrGep8n6p69xe0aVmM/oJf8V+hbocEke2Npc5wA6ycLXX+70lktk1fcJWxU8TS5xJ5/APCVWDaBtMu2qKmSKmkfR2sEhkUbiHOH9o/VzK3mnbEm3efKMJwWfE32j2NTepYy7a605a3uZV3albIOdgeCfIFq+6rpD22i8hVR1jCha8/sOzjyTTo2z3rf5Fue6tpH22jPiBTuraR9tWeaVUZE15/Ye+pNJ315Fue6tpD21Z5pTuraQ9tWeaVUZE15/YZ6k0nfdyLdd1bSHtqzzSsd1XSHtqzzSqjImvP7DHUmk77uReCw3qhvtA2stdQyenccbzegrT3vXunbHXvobpcGQ1TAC6MtJIB4jo6lyPJz/EWX32/wCZqiHbjw2nXgdXYv1TFJknVkaP4qcxQYJFVYlJRucui2/KxPvdW0j7ax+aU7q2kfbaPzSqjIoqVz+w6fqVSd93L7Fue6tpH22Z5pWDtW0j7bM8w/YqjrATX3dg6lUnfdy+xcKk2k6UqXBrLxTBx6HOwV1FLWwVcYkppWSxkZBac5VFsLeaY1TdtN1TZrXVSRYPGInMbvGF7ZXXX1k2EOryU3QVad+3sUtlqHW1i09WMpbvWtpp3M3wwtJOPgWrG1XSHttH5pUd6vqaDaPs2kvsMbY7tbRmVp52j84Z/okcR8HhUEgr1LVuYuxNhGwrLNPWRqkrla9q2VNm8tz3VdIe20fmlZj2p6SkdgXeEeF3BVFyjeC1ekH9hadSqTvu5F5bbc6O507Z6CojnhIyHxvDgR8C94FVE2SamqrFrC3xMkeaOrlbBLHnh644Bx4CefqyrcM4gFT4Jkmbc4rGsJdhc/R3ui7UNFqPV1m04+nbeKsU5nDjHkZyBjPzhaY7VNHj/a8XkK1W3q0Q12h5qxzAZ6JwkjdjiBzOHkVWncVHnqXxOshd4Fl+lxOm6VzlRUWylue6ppLou0XkKd1TSXttF5CqjBZK068/sLvqVS99eRcCg2j6Xr6uKlpbpE+eV26xuD649XMuG5SsTXWK1TH2TJy34CP8lCOivxvs3vuL6QU5cpEf6MW39OPolbUlWaJyuKv0RHhWLQMicq37SuSIirD6OhldvshvdFp7WkNdcpOx0/YnsLscATj7FxC8icLLHKx2khHq6ZtVC6F25yWLb91XSHtszzHfYndV0h7bR+aVUdFM15/Ycp1Jpe+7kW47qukPbaIeMFbGh17pmtcG094pHOPMDIAqarI4LKV7uKHl+SKZU9R68i9sU8crQ6ORrmnmLTnK/QHKpjpbWl801UNkt9bJ2MeyheS6M/B0Kz2znWdJrC09sQ4jqouE0JPFp6x4FMiqWy7E3nJYvl6fDE01XSb2/c7LPBehcbnR22EzXCpip4hzukcAF6+pLxBYrNVXGqP71Txl5GeLsDmCqJrHVVw1VdJKu4yEsJxHCPYRt6Bjr6ylRP0KeJjBMDkxV6rfRanH7Fmpdqeko3Yddoj4QCR8y8O6vpD21j80qo+VjCha+/sOv6lUvfXl9i3PdX0h7ax+aU7q+kPbWPzSqjYTCa8/sHUqk768vsW57q+kPbWPzSndX0h7ax+aVUbCYTXn9g6lUnfdy+xbuPanpB7sfhiFvhdwXQWnUNqu3G3V1PU9P73ICVSRfvR1lRQ1DJ6SaSGVh3g5jiPmXpte7/shpmyRCrfwpFRfEvYHAjgtHqLVFp04yF16q2U3ZiQze/Oxzritimu5dUW2SiuJH4RpAMu76zmDvH1rj+U7/LLJ/cm+dilvmtF0jTlKPB3PxBKGo2Ej91TSHttF5Cs91XSHttF5CqiooOvSHZdSaTvu5Fuu6ppD23i8hTuq6Q9tovIVUVZTXZB1JpOL3ci3XdU0h7bReQp3VNIe20XkKq9ZtMXq85Nst1RUMx7NrcN8p4LX3GiqbbWPpa6CSCoj9nHI3BC9a3La9jQzKeHPf0bZVVey6fYtj3VNIe20XkK9ug2i6WrnBsF4pS8/mufun5VTlZBx/wDxErndhsfkmmt6r1L2wVEU8Qkhe17DzFpyFipnZBC+WR2GMaXHxBVK2e7Qrlpa4Rh8z5rY7hLA45DR0lvUrWW2rguVvhqqdwkgmYHNI4gghToZ2yps3nGYvgsuFyIkm1q7lOB1BrXQF/oXUd2rKeogPHDmuyD1g4yCoxuOntmk8z3UmoainBPBo9cG+IluflWq236chsGr3vpGNjpa0GZrAOAdn13/AF4VHZ4qBNMqOVHNQ7jB8FjdTtmppnIjuF0+xJ37mdn/ALranzP8lsbXY9mEMzX1t/qKvHOxziwHzWg/KogRakman/VC3kweSRuitQ/l9i52iLrYLhbjBpiWB1LS4j3Ihjc8GPlXShQPyYzhl7HUY/rU9K1hdpMRT5XjFKlJVvhRb24qfnL7E+JUq1o3c1deGjmFVJjzirrP9ifEqV65H+mF699yfSUeu/Kh0mSFtUSJ4GhREVYfSwiLY2e1z3Ntd2qN6WlpnVO7/Sa1zQfkOfgREVVsh4kkbE3TetkNcVkI4YQLB73naWjXVVbdCXSwRGQPqHAQvH8212d8f9dfRhcXnKyCvHK9OerrXI1PSRU7nujSyuW6mURe9dbbPbHwMqRuvlibKG9QIyF5NzpGtcjV3qegiIh7Mrs9j3DaVYz1Su+g5cYuy2P/AJR7J+ld9By9xfnQrsW/RS/4r9DveUhqB0lVR2SFxDA3s0wB5zn1v1qEApD27vLtotWHcd2KMDxYUeLZUuV0i3ImXYGw0EejxS/+zGURFoLw2Vhs1bfrlHQ22Eyzv4+Bo6yegKWqDYNXPhDq27wxuIy5scRdj4SfqXu8mSiiIvVcWgzAxxNJHEDiTjx/Up4AVjTUzHsRzkPnWYMyVcFW6np10UaUq1lZf3O6jrLX2UyiAgb5GM5GVpF222X8o92/vN+iFxKgyNRrlRDucOldNSxyPXaqIERF4JhZvk5fiLJ77k+YKINuf5ULz/wv1TFL/Jy/EWT33J8wUQbc/wAqF5/4X6pinz+xafPsF/fZ/wD6+qHBIiKvPoJlSNo7ZvLqjRdVdaarLKuJ7mxxYy1wAHA9OVHKs3sCYGbN98c7pJCfKt9LG17lRxzuZK6WjpmvhWy3QrO5jmOc1wwWnBC8M8F7t3kEt3rpIyDE+d7mEdRcV6eFoVLXQvoXaUaOXih1ehbhJS02oqVrv3uqtk2W9Bc0ZB8m95VyYXQaTop5zc544nmGGgqXPfj1o/enDGebPFaDPBbHr6iXINM2PWZFZxRFX4niiItZYmy04caitfvqL6YV4Iv4pniCo9p38YbX76i+mFeGH+KZ4grLD/yqfOc8e1iXwX+jjtr4/wBXN6/QlVAKt/th/Jzev0JVPwtdd+dCxyT+lf8A5f0hhERQjtjdaLcG6ss7ncAKuL6QU58pEj9y9s/Tj6JUEaU/Ga1e+o/pKeOUgP8ARa2fpx9EqbB7B5x2MJ/y9KvxK5OWFlywoJ2BldHoLTR1ZqFlsbUCmJY5++QTwGPD4VzikjYB+UOL3tJ/6VshRHPRqlfi074KSSWNbKiLY6o7BajHC9x/FH7yjLW+kq/SNybS1+69kjd6KZnsXgc/iP2q5nQoh5R1IyXSNNUvaOyw1TQ12OIDgQR8ysJ6WNGXacHg2ZaySrbHO67XbCtiwsrCqz6aZXb7Ib6+x64ocOxDVuFNIOve5vlx8q4he7aHFl3oXtJDmzscCOghwK9RqrXIqELEIG1FM+N+5UUsTyja10OjaanaSG1NQ1px04Bd5MgKtSsNylD/AKMWbhz1Hzscq8KRWreRCiygxG0CW7VMFERRjqTqdnemWas1CLZJUGnDo3O32jJ4YUq9wOm9vKnzGqJtBUV4rL4f3O1BguEMTpWEEZOOjjkdK6nuta1tU8lNXdgM8Rw4VEGD5BhSYViRt5EOUxZMSkqVbRSolk3cTXbTdnk2jHQTMqjVUk5LWuLcODh0FcIum1jri8atbAy7Ph7HCSWsiZujJHPz5XNLTJo6XqJsLvDG1LKdratbv4niiIvBYkocniR0evdxp9a+neD8GCuh5Th/hlk/uTfOxc1yfPx/j/QPXS8p7hV2Lwsm+dinN/SqcPUIiZijt2f0pBqIigHcGV3ex/SUeq9TFlYM0FK0STN/p5OGt8XP5PCuEU3cmL+X3/8ARQ/O9bqdiOkRFKXMFQ+noJJI1sv3J5paWGkp44KeJkcbButaxuAB4lWblDsa3aCC0Ab1KwnA6d53+StGQqv8ok51+z3oz6T1ZVafhnAZRVVxFFVd6KRdhMIip7H1oBWe5PF0dXaMfSvJJo5jEM9R9cB8qrCFYjkzf9g3b30PohS6NbS2OUzhG12Hq5d6Khq+U2P32yjwPHyhQXhTpynP42y/4/qUFuXmr9qpJysv/Gs+f1MIiKOdCTzyZDxvg8MfzFT4q/cmP+U3vxR/WrAq5pfZIfHMzJbEpPl9Dwk9g7xFUu2gN3Nb3xo5hVyY85XSfxaR4FTDaKMa5vvvuT51qr/yIW2Sf1T/AIf2c2iIqs+mhSdye2CXXNRG4Ah1DICCP7bFGKlDk7EN1/Jk89G8Dz2LdT+0QpswX9HyqnYcztI027TGqquhDSKcu7JCf7B5h8HEfAuWVmNv2mDddN/hWmjzVUIycc5jPOFWjCVEXRvXsU15exHXqRqu/M3YphMIi0l6dZsx047U2raSlcP4NGeyznoDRxx8Jwtvt1hEGv542ewbBEAOrDVLGwPS4tGmPwlUMAqa/wBcMjiI/wA3yjj8Kivb7+USp4/zMfzKa6LQgTxONpMS13G1a1fVa1UTlcjdERQjsjK7PY/+Uey/pXfQcuMXW7J5exbRbGc88275WkL3H+ZCvxVL0cv+K/Q6TlEUT6fW8dSRhlRTtx4S0nPzhRcrO7e9MvvWm2XCkZv1NAS8gc5jPssdarEttUxWyKq8SsyvWNqKBrUXa3YoWVhFHOjJr5ON9paKsuVrqpGtlqt18Rccb2M5Hj4qwD5mMYXOc0ADJJOFRiKV8MjZInFkjeIcOBHiK3VRq2/1VH2rUXaqfBjdLC/nHV1qZDV9G3RVDisXyq6tqlnY9ER289zajcILnru7VVI8PgdIGtcOnAAPzLlVnCxlRXu0nXOupYEp4mxIt0RLBEReTeWb5OX4iye+5PmCiDbn+VC8/wDC/VNUtcm+UP0bURjnZUuJ+EBRLtzP+tC8/wDC/VNVhP7BFPn+DpbHpk+P1Q4JERVx9AMqf9nxufcOqG2KF01xkfJFE1pAI3pMF3HqBJ+BQCrP8nt7XaBjYOLmTSB3gOc/MQplGnrqcpm1/R0jX2vZyKR7YNiF7rCx11q4KCPh61o7I/HV0D4cqS9PbHdM2tzZKqB9wmH51S7I80cPLlSS3gFlT2QMbwOCqsw11Tsc+ydibDj9c2ynptA3mnoaeKEdqSBrWNAHsTwVPVei40zayiqKd4BbIwsIPhCpRqK1TWW81dBUscySCVzOI5x0FQ69u5x1OSahF6WNy7dimsREUA742OnfxhtfvqL6YV4IjiJniCozbJxSXKlqCM9hlZJ5DlXNp9Q2mS2Mre36cUpYHdkMgxjHXlWNC5ERUU+e52ie6SJWpfYv9Gm2wOA2d3oOOMwnHjVQcKYts+0alv0AtFjldJSB+ZpseteRzBvTj4FDx5lpq3o9+wucp0MtLSKsqWVy3seKIUUU6o2ulPxmtXvqL6QU88pL8V7Z+nH0SoG0p+M1q99RfSCnnlJfivbP04+iVNg9i84/GP3al+ZXJywsuWFBOvMqQdhlXDR7Q6UzvDWyxPjaSfzjjHzKPl+sEr4ZGyROcyRpy1zTgg+Ar0x2g5HEWuptap3wXtpJYvY0gjKhflJXWFlht9ua4Gaao7IWj+i0Hn+EhRvS7XdV09E2nFXE8tGBI+PJ/wA1x16u9fe611Xc6l9RUO53OU+ara9itRNpxOEZTnp6ps06potXga750RFXH0AytxpGlNdqq0UzRkyVMefEHAn5Fp1MnJ70rLV3d1+qYsU1OC2DfGA9x4Ejxc3wrZCxXvREKzGKxtHSPkcvCyfE6TlKtI0vaCBnFUPoOVdwrVbd7S+5aDqHwsLpKVzZgB1Dn+TKqsVvrW2kQp8nzNdQ6Kb0VTxREUU6wkrYFOyHaBC15wZIXtb4TjP1Kd9Y6BsmrGtdcIXR1LRgTwndfj5j8KqdZLlUWi6U1fRvLZ4Hh7eo+A/Ap0t+3e39psNwttUKoABzY3NIJ8BOPmU6nlZoK1xweY8NrXVbaqjRd1tm8zX7E9PUUBmqbzVwQN53yOjAHjJatWdmOiTzaqf8ZF9i4zaPtFrNYPbC2LtWgYciIOyXHwlcFheXzRItmtuTKHCsUkiR09QrV7Nik4jZhor3Uv8AjYvup3MdE9GqX/GxfYoOwmFr6aPuEz0NWf8Aqd/pC0GzLRGnLHdZa2z3R1yqwwsw+Rjtxp8AHgXJ8p4fwiwf3ZfnYvR5NNFM6+3OtbnsDIWxl2eBJdnHkC2PKiGP3O/8f/8AWpb1RadVRLHMQRvhx5kb36apx+SkDoiKsPpRlTfyYf8AtO/foofneoQU28mJwF0voJ4mKLA+F630vtUKDNH7bJ8vqWGKq7yifx/b70Z9JytCCqw8oyNzNeROPM6jZjz3qxrPZXOEyi5ExFt+xSK0ysFFTn1u5kKxPJk/7Cu/vofQaq7BWF5Mco/BV4h/PbO1xHgLQPqKk0ntUOZzcl8Nd8U+pr+U7/G2X/H9SgpTrynf42y/4/qUFLFX7VTZlb9uZ8/qYREUc6InTkx/yq9+KP61YFV+5MZHbd6BPO2P5yrA5VxSeyQ+O5n/AHKT5fQ8XHgqb7ToXQ6+vYcCN6pc4ZGOfirkkL8XwRuOSxpPWQvc8XSt0SPg2Lei5Vl0dK6W32KJLKvV2tF3tnkWe1ou9s8iiaj4nT9el9zz8iii3uhr47TmqqC5tJLYn4e0H2TCMO8fDj8Cub2tF3tnkWRTxj+bj81em0Wit7mqfOiTxuifDsVLb/I9Klnpb1Zo5GAS0tVFkZHAtIVUdomi6/St4nY6mkfb3vLoZ2tJaWnmBPQR1FW+DMdWFh8TXtLZGtcD0OGQpE0KTNspz+EYzJhkrnxpdq8Cia7HZ1omv1TeKbFM8W5rw6eZwIaWg8QD0n/roVs/wZR/1Wn+LC9mOJsYwxoaOoBR2UKNW6qX1XnOSWNWRR2VeNz84IWU8EcUTWsjY0Na1owABw4Krm35jm7Q6guBAMMeCekYVqsL83wRvOXsa4+EZUqaLpW6NznMIxRcNqFqNHS2WsUSRXr7Vh70zzU7Vh70zzVD1D+XI6vr0vuefkUTXuWeudbbtRV8bcvpZmTAde6c4V4O1Ye9M81O1Ye9M8iy2hst9Lka5c7dKxWOh2L4+Rr7JcKa+2Wmrqf19NUxhzd4dHSCod2k7HpJ55rhpZrMuy59ITu8f7J5hk9HAKdw3HAYDRzBN3KlyRNkbZxydFiU9DMssC28CkF2sd0tMhZcqCppiDjMkZAPiPT41rVe6SCKQYkjY4dRGV6ElhtT3bz7dSOPWYmn6lE1BOCnXRZ3cjbSRbfBSkbGPkeGRtL3nma0ZJPUAu90fsvv2oJmPqYH0FBzvlmbhxHUG/arSUtqoKUfwekp4v7kYC94NAHDgvTKJqL6y3NFXnWaVmjAzR8b3K47T9lD7TR01XpynlnhhjDKiNvrnnqfjpUPzxSU8hZNG+OQc7XDBCvcWgjjx8a/J1NEf5tnmhZkomuXYtjTQZwqKaPo5W6fjfaUSRXs7Wi71H5oTtaHvTPNC1+j07xP68r7nn5Fc+Ttfn0eoKm0EOdHWN324/Nc35uBXO7conM2nXdz2uaHiItJ5iOxtHD4cq2DYI2HLWNB8AwsPgjeQXxscestBW9aa8aRqpTR5jbFXrXNi3pZUvz3FEsBMK9nasGP4mLzQnakHeYvNC0ej07xc9el9zz8iianfk0XkB1zsshJJAqoz1Dg0j6KnXtSDvMfmheUcMbDlkbGnwDC2w0nRO0kUrcVzQmJU6wOitfjfyP2REUw5EweZRptU2bwatYKyjIhujBgOxwkHU5SYsYXl7GvTRcSaSrlo5UlhWyoUuvejL/ZZXMrbZUAN/nGNLmHxEfXhc84FriHAgjnBV73sa72QB8YXgaWE/zbPNChLQpwU7GHO8rW2kiRV8Ft/RRJZV6+1oe9s80J2tD3tnkCxqKd42Lni++Hn5FFAsK9va0PemeRO1oe9M8iaineM9eV9zz8iiKK9vasPemeRO1Ye9M8iainaOvK+55+RSvR0TptVWmOJpc81UeAP7wU88omnmm0lRSRxue2KcF5aM7oweJ8ClxtNCDkRtB8AXmY2kYLWkeELaym0GKy+8p63MjqqqiqujtocLlEHLxV7e1ou9s8idqxd7Z5oWnUE7xc9eV9zz8ijVNSz1cgjpYZZ3nmbEwucfgHFTXse2Y1Infc9S0ojgcwsjppQMuzjiR0eIqexBG32LGjxABfo1uAtkdE1i3VblbiObqiriWKNuhfx2kEa42Ihz31Wl5QzIJ7WlPrf8J6PEoivOlL7ZpHNuFrq48HG8GbzfOHBXWXg9jXc7QfgXqSkY9bpsNVDm2spWo2T108d/8Asogvct9rr7i7doKKpqT/AN1EXAeM8yuy+3Uj3bzqaEnwxgr9o6eKMDdja3xDC06gnFS1fnlyp6kW34+RXHQ+xq5V8kdTqJvadJwcYQ7Mjx1cObPjyrCWm3UtroYqShhbFBEAGsaOAWwHBHBS44WRp6qHK4ni9TiTrzLs4JwPxqYGVVPJDK0OjeN0g9SrVtG2TXG1VktVYIXVlC9xeY2cXx+DHSB4FZtYcARxWJYWyp6xjC8Vnw2TTi3LvQotV0dTRyFlXTywPHDdkYWnyEL8Fex1NE/2UbD8AWO1IO9M80KNqCcFOsbnlyJth5+RRQLCvZ2pB3pnkWO1Ie9M8iah/Iz15X3PPyKJor3dqwd6Z5FjtSDvTPNCah/IdeV9zz8ijNPSVNRjtaCWYnmEbC4nyBdhprZpqS9ys3qJ9HTuI3paj1pA/u86tuKeNp9Yxo8QC8g3HMstoWot1W5FqM7TvboxMRvzuc3oXS1LpKyMoaU9kcTvySnnkcekqLuU8x749Py7hMYM7S7oBO5gfDg+RTvheL42u9kxrvGFKfEjmaBzlHib6esSsemk5Fv8SiCyr19qwHniZ5oTtSn7yzyKH6P/AJHW9el9zz8iii7jY5qIad1nTOmLu1qvFM8DrcRuny/OrZ9qQd5Z5oQU0TTlsTAf7oXuOi0HaWkRazN7ayF0L4dip2+R5tdkA4UabatDzaqtsFVbd38IUm9usJx2RpwSPkUmhqY61LkYj26KnJUlW+jmbPFvQo9crPcLdKY6+iqaeQHGJIy0HxHpWvV7zFG72bGu8YXj2tB3mPzQoWopwU7RmeHonrRbfj5FE12uyvVz9Jah7M9hko6jEc7Rz8/Bw8RPyq23asHeo/NCdqw95j80LLKTQdpI40Veb21cLoZIdi+PkQPyk96aGyTta7sfrvXY4cwKgxXsdE1/smtI8IyvE0sPDEMfmr1JSdI7SuaMLzWuH06QJFe3j5FFVhXsFLB0ws8iz2rB3lnkXjUP5Fj16X3PPyKn7GdSfue1dCJSe16zFO4DrJ9afLw+FW0acjnX5imiacsjYD/dX6AYClwxdE3RucrjGJNxKbp0ZorxPJERbSoCIiAIiIDKIiGTCIiAIiIAshYRAZQrCIDKIiAIiIAiIgMIiIDOEREATCIgCIiAwiIgMoiIAiIgMIiIAiIgCIiAIiIAiIgMoiIAiIsAIiIDCIiGDKIiGQmERAYWQsLIWQCsLJWEMBERAEREAREQGUREMmEREBnCYREAREWAYREQwZwiIhkwiIsgIiIAiIhgIiIAiIgMoiIZMIiIAiIgCIiAIiIAi5/U+stPaWdTt1FdqW3OnBMYnfjexz4Wlg2t6CqJ44YNU2ySWRwY1ok5yeAHMgO6REQGUREBhERAEXiXAZzwAGSV6AvlqPNc6E/8w37UBsUXq0twpKtzm0lVTzuaMkRShxA+Be0gMoiIDCIiAyiIgCLkL3tJ0fYrlLb7xqCgo62LG/DJJhzcjIzw6luNNals+p6J1XYa+Cup2nddJCcgHqQG2Ra3UF9tmnba+vvdbDRUbSGmaZ2GgnmC1+mdbac1Q+pZp68UlwfTND5RC7JYDnBPkKA6JFws+1rQUE8kM2qrYySNxa5pkOQRzjmW20xrjTWqaiaDT15o7hLC0PkbC/JaCcAoDpEREAREQBERAERanUWorRpymiqL5cIKGGV/Y2PmdgOdjOB4cAoDbIuM7qOhx/vPbPjgtvdtWWK02SC8XK501Na5w0xVL3eseHDIII6wgN4i0OltXWHVcdQ/Tt0prg2nIbKYXZ3Cc4z48HyLfIDKL8JqiKAB08kcbT0vcAD4l+f4ToP67TfGt+1Ae2i9T8J0H9dpvjW/an4ToP67TfGt+1Ae0i9T8JUH9dpvjW/an4SoeitpvjW/agPbReEUjJWB8TmvYeZzTkFeaAyiL1bpcKW12+orq+ZkFJTxmWWV5wGNHEkoD2kXBd2HZ97rLX8b/ku1oqyCuo4aqkkbLTTsbJFI05D2kZBHjBQHsIi1uob7bNO211wvdbDRUbXBplmdhuTzDKA2SLgu7Ds+91tq+N/yXY2i6UV4t1PX2yojqaOdofFLGctcOsFAe4iIgMIiIDKIiAIiIAiIgCIiAwiIgCIiAIiIYCIiAIiIDKIiGTCIiAIiIAiIgOc1LrbTemJ4YNQXmjt80rS5jJpAC4DpWn7r2gPdXa/jguD5Q2yS97R7xaKyz1VDAykp3xSNqHOBJLs8MAqJfUt6yH+0LP8AGP8AuoZPT5WGsbTqvU9nFguEFdSUtK4OkhdkBzncR8gUVaBkpYtaWSS4Tsgo2VkT5ZH8zWh2SSvLXmmKvRuqKyxXGWCaqpd0PfCSW5LQeGR4V5aC0nXa11PS2O1PiZVzhxa6UkNAa0kk4B6kBfHuv6AHPqq1j/jBO7Bs/wDdXa/jgq1+pb1i7/aVn+GR/wB1ByWdY+2Vm+Mf91AWMO2rZ57p6I+IOP1LodN640zqV5jsV8oa6UAkxxSgvA/u86pTtG2Iah0Fp115u1ZbpqYSNiLYHuLsuPDgWhRtablV2i4QV1unfBVQuD45GHBBH1dY6UB9Q1gnC5/QN6fqHRlmu0oAkq6Vkr8c29j13ygriuUbW6mpdn0sekaarnqZ5BHOaWNz5I4jzkADPgz0AoCM+Ubtv7XFTpXR84dI4GOtro3Aho5jGzw8+T5FXPR+n71q6/U9oscck9VOefeIawdLnHoHhXo3iy3W1Oa+622uohKTumqgfHvnpwXAZ51iz3m5WeSSS1V1TRvkADnQSFhcBzA45wgPoHsm2eW/Z5pyOhpCJa6QB1XV44zO8GeZo6B9eVXrlNaj1ba9qEtPYrldqai7UicGUr3hm8c55uGV3fJz0VqYwwam1jdro50rd6koJp34DTzPe0nyDHMrCADoCA+dB1rtCAy696gAAySZZAvTG0nWnuou/pLl9C9Z/iffPeM/6ty+ZAGEB2cGv9d1G92vqG+S7vP2OZ7seRbzSGstfS6qs8VReb86F9ZE14e+TBaXjOfBhS/yHv5FrD9JSD5JVaFAFBFz5TmjqC4VNHNa9Qulp5XxPLIISC5pxkZl5uCndU4297GbZo3TtfqVl5qZ6morPWU72NAJkcSRkceGT5EBFe2DVNFrLaBc77bIqiGkqdzcZUAB43WBpyA4jo61J+wPbVp3Z5o+a1Xmju09RJUOmDqSONzQCAMeukac8OpV8z1reaGtFNf9XWiz1k76eGvqWU3ZWDJaXnAIHjI8qAsLyldolJqzZXpuos8VVDS3OqkkLKhgD92IlvHBI5/CuK5Pe1LT2ze334XqkulTWXB0QaaRkbmhjA7n3ntwSXnyBT1ctgNjumhbNp2ouNYHWsyGGra0B5D3bxBHMuOk5KdqZG5ztS13rRn+JZ0BAVUu9Q2tulZUxhwjmmfI0OHEBziRlShyd9pNo2bXy7Vl7pq+ojq6ZsTBRsY4gh2STvObwUX3OAUVxqqUOLxDM+MOI4nBxlSNsI2aUu0y8XSjrK+aiFHA2VromhxcS7GDlAWA9VVon2q1H8RB+2UwaI1RR6x0zR3y2w1ENJVAuYyoaGvGCRxAJHR1qBvUoWgf7yV/xTFOmz/S8OjdJ0NipqiSpjpWloleAC7JJ5h40Byettt+kdGagms15fXishAc4RU++OPNxytF6pnZ/wD07r6J/mtbtS5Pztdaxq762/NpOztaOxGnL8YHXlcl6k5/upZ6IfvIDv8A1TGz/vl19E/9yeqY2f8AfLr6J/7lwXqTXe6lnoh+8nqTXe6lnoh+8gO99Uxs/wC+XX0T/wByinlGbW9K7QdGUVusL601dPXNqT2aDcG6I3tPHPW4Lc+pNd7qWeiH7y5HarsAfoLRdVf/AMNitbBJGx0Qg3OD3Buc58IQEDKetebTtOX7YPZNJ0hq/wAM0bKZsgdFhg3G4dh2fqUDYU/7NeTz+7TRtt1ANRNpRVb2YBTZLN15bjO8OrPN0oDp+Q/Lh+r4iOdtI7xYMw+v5FYPaDrK2aH0zU3m7v8AWRjdihafXTyY9axvhJ6ejnWo2R7NLbs2tFTS0E0lVUVbw+oqJAAX4GGgAcwGT5VFG2vZhrTXmpm1NVeLLS2+EFtHTSVDm7jf6RG7xcek+DCArprrX1/1ne57hda6bce49ip2vIjhbng0AfOvysuldY36h7cstnvdfS75Z2alikkYXDnGRw6VK1q5N11N0pBddQWVlB2QGd0FQTJudIaCAM/MrZafisWn7NS2u1TUUFHTMEcbGyNGAOnn5zzk9aAoKdnW0X3L6j9Fl+xY7nW0X3L6j9Fl+xfQ38J0H9epfjW/an4ToP69S/Gt+1AfPMbOto3RpjUQ/wCVl+xaq/2HVOnGxO1Bb7rbo5SWxuqo3xh5A44zz8CvpAbpQAH+HUvxrftXOa6smntaacqbNd6ikkgmGWvErd6KToe3jwKApJsq2oXvQl9gnZUVFVanOAqqN0pLZG9YznDhz58HhV9dNXy36kslJdbPUNqKKpYHxvHPg9BHQRzEeBU9m5Nt/EzxBftPui3juOdUEEjPDIwpb2AaE1hoOuqKequlprrHNxlggnc90UmPZN4Y4gDPNzICWdf6wt2htOSXq8sqX0cb2xuFOwPflxwOBI6fCoL2icobR2odCX+0UEF3FVW0UsERkgY1oc5pAyd8nHXwUy7VtFs1/o+exSVhohJIyTswZvEbrs4xkKC5+SxRQwvlm1VJHHG0vc90LQGgcSSc8wCAqqQrn7M9vmkWWfTenpY7lHWMp4KQyOgHYw8NDecOzjPgVPbzDSQXarittQ6po45XMimc3dMjQeDsdGedTfyVdnTtR6lOpLhEHWq1v/e8jhLUDiB4m5BPjCAm2+cozRlmu9ZbaunvJqKWV0TzHTsLcjnwS8KL9uu2/S+udn89ls0FzZVvnjk3qmFrGbrSc8Q4/Mun1LyZoL9fq+6HUMsZq5nTFgpx63JzjnUabYthMWz3R34bZeZaw9sRwdiMIaPXZ45z4EBBTVbHZdygtIaY0DZbLc4Lt25RQCKQxQNc0kdR3h8yqeBhWG2a8neDWOjLdfX32WmdVsL+xCEHd4458oCY9O8ovRl+vtBaaKnvDaqtnZTxGSnYG7zjgZIeeGVMyrppLk0U+n9TWu8N1DNM6hqWVAjMAAcWnOM5Vi0AREQwZREQBERAEREAREQGEREAREQBERDAREQBERAZREQyYREQBERAEREBGO1XbBa9nF2t1HdaCqqG1kTpRLCRhoDsEEHivQs3KF2f3ItElzloXO6KmFzQPhGVsdrmx+07S6iiqblcK6kqaSN0UZg3C0gnPEEZz4iFCN85KVzg33WXUdHUMGTu1MDonY/wl2fkQyQ5thvMGodpuobpRytmpp6n96kbzOaGhoI+AKQeR9Q9s7V31GM9qUMsniyWs/8AUoOfH2OR7Mh264tyOY4W60xWagtk81dpme5U80YDZJqEvBaCcgOLf7pPHqQH0zRUIsu3vaLZ3NY+9duxs5466nZIfhdgO+VWz2F61uG0DQjL1doKaCq7YkgLaZrmsIbjjgkkc/WgON5Ysm7stgbn2VdHw68AqkpVzeWhIG7PLUw877iAPgjcVTLHhQH0b2LxCHZVpiNvMKJh8vFe/tC1fbNEabnu93m3GM4RRj2Ur+hoHWvz2XMbHs502xgw0UEP0QuC5Suzyv1zYrdJbK+mppqGVzux1MvY2PyOs8MjHDxoCoW0fW1017qWe7XeXH5kMId6yGPoa0fPgcSpK5PWnNFxTs1Fri9W1j4X/wAEoJZBguHHfePAeYcc9PNhcjqbY3qfT+n6y81b7ZLRUgaZjT1jJXNDnBo4A9ZUfUNJLWVkFPBgySvbG3JwN5xwPlQE3bT9tur6XX16g0xqc/gaOcCm7FFE5m7ujmJbnnzxyrpW175LfTSSO3nvia5xxjJIVM9J8nq7N1FSjVF0tFFSwytdNGKlr5HjPsQB18OfrV0oo2xRtjjGGMAa0dQCA1Wsz/ohfPeM/wCrcvmMvpzrP8T757xn/VuXzGQFr+Q7/ItY/pKX5pVaJVd5Dn8i1j+kpfmlVokMBVZ5a96xHpyyscCCZKuQdPD1rc+Di7yK0yobyp7ybtthuUIfvx2+KOkaRzcBvn5XkfAhlCIXL2LZWS2640tbTndmp5WTMPU5pBHzL9bpQy26eKKfg6SGOceJ7Q4fOvVkjc2ON5BDH53SenCAsVtp2zawsu0CspNP3YQWzsME0LOwsdgPia7nIPWuFdt92iuaQ6+gggj+Tx/Ypjuwt165J8V4dRUrrhHb2U7qgxN7IDE4RjLsZ5m/KoI2CUsFZtXsMFXDHNC+RwLJG7zT6w84QHC1FRJU1Ek87t6WRxe44xkk5JXRaH1vftEVdTU6bre1Jqhgjkd2Nr8tByOcFajULA2/3NrQGtbVSgAcw9eV32yOipqnSW0WSogilfBaWPjL25LD2UDI6igP37v+0Uf7d/8Ax4vuqyvJg1le9baPulbqOt7cqoa4wsf2NrMM7G08wHWSqg7KYYqjaRpuCojZLDJXRNex4yHDPMQvovbrZQ2yJ8Vto6ekic7ecyCMMBPNkgdKAgTlO7S9S6CvdkptOVUUMVVTySSiSMPyQ4Ac6hX1RW0P2ypvRmq7d303ZL0+N94tNBXyRgtY6pp2yFoPQCQeC150DpEc2mLKP+Rj+xAUz9UTtD9sqb0ZqeqJ2h+2VN6M1e7yr7Nb7LtKhhtdHTUcElDHJ2KnibG3OXDOBwzwX58lG1UF42oSU11oqetpxb5X9iqIw9uQ5mDg/wDXOgPXHKI2hn/adN6M1drDra+7Q+T9r2fUs8dRJRzU3YjHGGYAc13R4QFZj9wekvczZfQo/sXLbXtO2q27HtWw2m20VCx1E+V7aaJsTSWjOcNHHmQHz9BV8eSnP2bY1bW96mmYPOz9aoeArt8jqfsmyiaI88Vxl8haw/agJ0VYOVToDVGrdXWms05Z56+mioexPfFugNd2RxwckdBCs+qZbWttOv7BtGv9qtN+7XoKWqdHDF2nA/daOjLmEn4SgI/7ie0b3K1vnR/eTuJ7RvcrW+dH95bP1QW033SD0Cm/Zp6oLab7pB6BTfs0BrO4ntG9ytb50f3k7ie0b3K1vnR/eWz9UFtN90g9Apv2aeqC2m+6QegU37NAa3uJ7RvcrW+dH95O4ltG9ytb58f3lsfVB7TfdIPQKb9mnqg9pvukHoFN+zQGu7ie0b3K1vnR/eVkeSlo2/6Ptmoo9SWyagfUTQuibIW5eGtdk8CesKv3qgtpvukHoFN+zUncnjaxrTWG0mC1aivXbdA6mlkMYpYY/XNAwcsYCgLW5yq5crXaMbVZhpC1S4rLg3NY9p4xw/0f8XzKate6oo9G6Ur73cXZipozuM6ZHng1g8JK+dWqr7Wam1BW3e5PLqqqlMjuOcA8zR4AOAQGpByrm8kbWtDc9HnTHY4qe4WzekDW8DPG5xO/jpcCcE+JUyAwt/ojUtfo7U9Dera4tmp35Leh7elp8BQH0wBUIcsH8kP/AJhD8zlKei9R0OrNNUN6tjw+mqow7GeLHczmnxHIUWcsH8kP/mEPzOQFHnL6C8nH8jWnP0J+kV8+nL6C8nH8jWnP0J+kUBJaIiGAiIgMoiIAiIgCIiAIiIDCIiAIiIAiIhgIiIAiIgMoiIZMIiIAiIgCIiALWanr2WrTd1uEh3WUtJNO5x6A1hd9Sh3att7i0DrKpsUljfWGGNj+zCfdB3mg82PCoS2q7f7trixTWaioY7bbp8Cch5fJIAQd0nmAyBnhxQyQmrd8imgDdIajrSwFlRWsg4jgdyPJ/WKpttoaq510NFb4JKiqmcGRxRtyXOPQF9DNjOkHaI2fW2zzBprADPVOb0yvOXeTg3/CgNzeNG6cvTXC6WO3VQdz9kgaSfhXs6X05atLW02+w0cdHRmR0vYmcwcec/ItuiGCuHLZlxo2wRY568uzn/u3D61T0cThW75bDJ3ac065o/eBVvBPU4sOPKM+RVFAQyfTTQzTHouwMcMObb6cEeHsbVG/Kye5mxysLHFpNXAMg/2lGmheUtJBQWWzVtgEtSwRUnZ4psNcBhodukfDzqR+Vt+RisP/ANXT/SQFZ9nb3u2UbTS97nYgocbxz/POXCaRONVWb35D9MLt9nP5Jtp/6Cg/XOXD6T/Gqze/IfphASBtimkbt/u7WvcALjDwDj1MV96XjTxf3B8yoJtj/wDiBvH/AIlD8zFP2vOUPDovVlbp99hkq3UYjaZhUBodmNrubB/pICadZ/iffPeM/wCrcvmMrD7ROUpW6k0zXWi02cW7t2J0Mszpd9244YcBgDnBxlV5QFtORBTyMtOq6gj96kmpmNPWWtkJ+kFZ1Uu2W7d7Xs80jBZaDTUszt4yzzmpAMshAy72PUAB4AF17eVhA5wH7l38Tj+Uj7qAs9PMyCGSWVwbHG0uc4ngAOJPkXzVutTPq7XNVU+u7Ndbg6TAHFvZJOgeDK+hdyhm1ToeogpphRS3SgIa/G92PsjPg5g5Qjojk0/uc1Za7xV39lZFRztm7CKfG+RxA5+vHkQEC8oChZbdqFxoYm4ZTw08Q+CFgWtrLLJPs0tFyihe8srp6Z5aM4GGuH1roOU4SNtN/wAjvP6pqnzkdRRzbN6zsrGvxXPI3hnBwEBHGiLhJNyWNZWyZj2vpJw5u+0j1ry0/UfKo85PP5X9P/pH/QKmTlV7RJreavQ9FQRQwzxxTS1DOBIJJ3cYx0KKeTTbqmv2u2l1NGXMpWyVErscGMDSMnxkgeMhAR9qU/6R3X33L9MqRdjf4m7TP/B2frWqONS/jHdffcv0ypU2AW6e8af2j0NIxz6mWzYjYOdxD84HWThAcXsh/Khpf3/F86+kHSvmHp66T6f1BbrrAxpmoqhkwa7rac4K+gex/XD9f6OjvklG2kL5Xx9ja4u4tOOf6kB3KKBtp/KBj0LrCrsTrE+sMDWu7MJ93ORnmwuTk5V8fYyWaXeH/m5quGfDwQHHcssZ2oUX/hsf03r8uRzC921WokaPWMt0oJ6iXMx8yjDX+rbhrjU9Ve7ruionOGxszuxsHsWjPUF3exjazbNmlHV7lgkrbjVkCWoNQG+tHM0DHAcSgL3rmdptMazZ5qSmYA50tvmaARnPrCoC9VjD7lpfSR9i7XZNtuh2m6iqLC6yPommkfKZHTB+QC0EYx/a+RAUeCuFyK6oP0bfaYHJirGvx1Bzf8lXPa7oit0NrCtoKiB7aN8hfSS49bJGebj1hfvsh2k3HZxe5auihZVU07dyop3nAcBzEHoKA+iIOVwe1GfTelNLXbUl0tVvmnijJjEkDS6aY8GNJ5+Jxk9AyVyex/bhFtG1JPaG2Z9E6OnNQJTOHg4cBjGOf1yjTlpX2s/CtjsOXNoRAawj+nIS5g8gB8qArXXTvrKuaplx2SZ7pHbowMk5OApq5LGz5uqtWyXi5wiS0WvB3ZG5bLMfYtI6QBx8ig7OFYHZjt+tug9H0djotMySujy+eftgAzSu53c3iA8ACAtl+5HTx57Jbj/yzPsWP3Iad9o7d6Oz7FXn1WMI/wB15fSR9iz6rGH3LS+lD7EBYX9yGnPaS3ejs+xQTty1kdm+paakp9GadqrZVw9kgnlgw4lvB7TjhkcPgI8K17uVjD7lpfSh9i4LbHtroNpOmI7dJp99JV08wmgqezh24eZwxjiCM+QID26Hb5T9uwdvaE06KTfAm7DEd8MyMkZ4ZxzK21gttg7BTXSxUNCyOoiEkVTTwtaXscMgggdIK+Z4KuvyQr7V3fZ5V0FYXPZbansUDj0RuG8GjwA58uOhARbyodU3XVWqfwHa6OufZrYS1zmQPLZp/wA53NxDeYeHJHOot0/oG8XGz3+6VFLPSUNppHVMkk0Zbvu5mtbnn4nyBfRoDHSuC29D/U/qv3i/5wgPneDlWvqeTzR62sunr3brsLPLUWqmNTF2r2USSiMZeDvNwSMZ58kZVUAMK/51c3Q+wmy351KasU1tpR2EP3d7LGjnwetAeOxTZlctmkVdSS6jF0t1SQ9tOaUxdik6XA77ucdGPCtBywnAbIw0kAur4cDpPBy4s8rCH3LSelD7qiTbJtduO0qSlhkpW0NupSXMga/eLnHhvEoCLl9CeTvFJDsc002Vu6XU++PCCSQV8/KbsYmZ2cExbwLw04cRnjjwqzVk5T1vstoo7bQ6UlZTUsTYo29tDgAMdSAtiiq56rGE/wC68npI+xWA2d6kGr9G2y/NpzTiujMgi3t7dw4jGfgQHRoiIYMoiIAiIgCIiAIiIDCIiAIiIAiIhgIiIAiIgMoiIZMIiIAiIgCIiAizXmw7Sut9RzXu9S3IVkrGMcIJmsZhowOBaegda0UHJk0FESXG7SeB9S3H0VOCIDkNGbN9KaMO/p+0QU9QRh1Q7MkpB5xvuyQPAF1wCyiAIiIDVamsFs1LaJrZfKOKsopvZRyDhnoIPOCOsKJqrkz6BnfvsF1g4k7sdUCP/uaf+utTciGSEaLk06HoqyCphmvJkhkbI3eqWYy0gjPrPApI15o626402+yXp1Q2jfI2QmneGPy05HEgrpkIQESWfYNpK02G92illunat3bEyoL52lwEbi5u6d3hxJ61raHk1aIoq2mqoZ7z2SCRsrd6oYQS05GfWfYptRARNqLYRpS/6sqNQ1092FdPM2dwjqGhgc3GMAtPDgOleGr9gWkdV6iq71dZrsKuqLS8RTtawYaG8AWHoA6VLgWcICCvUwaD7/e/SWfcT1MGg+/3v0pn3FOiIYIL9TBoPv8Ae/SmfcT1MGg+/wB79KZ9xToiA9W3UbKCipqSFzjDTxtiZvHjutAAz5F7SIgIo1rsI0nrHUlXe7tNdG1lSWl4gna1vBoA4Fp6Aur2eaEtOgLLJbLE6qdTPkMpNRIHuyfCAOC6xEMkYa/2J6W11qB14vUlybVOibF/B5msbgEkcC09a6HQmz3Tmh6Gam09QiEzcJp3nflkHUXHo8A4eBdciAhGs5NWh6usnqZp7yZZ5HSPxUsxknJ/MXWbNdkundnddW1VhfXukq4xFJ2xK143Qc8MNGFISICJdVbAdD6kus1wmpaqinmO9J2lKI2vd0uIIIB8WF2mgNG2zQun22eyOqXUjZHSjth4e7Ljk8QAumRARRrjYVpTWmoqi9Xia6NrJgA4QTta3h4C0rQnkv6D7/fPSmfs1OqIYIK9S/oPv989KZ9xPUv6D7/fPSmfcU6ogIL9S/oPv989KZ+zXU7ONjGmdn99ku1iluTqmSB1ORUzNe3dJBPANHH1o6VJaIDTam01Z9T240N/t1NX0p5mTMyWnraedp8I4qK63kz6AqJjJGy604P5kVUCB5zSflU2oEMkabO9jWmtAXuS6WKS4uqZITA4VEzXt3SQeYNHHIC3O0LZzp3X1PBFqKkdI+DPYponlkjAecZ6unB6l2RCBAQWeTBoM/z179KZ9xPUv6D79e/SWfcU64TCAgr1L+g+/Xv0ln3E9S/oPv179JZ9xToiGCC/Uv6D79e/SWfcT1L+g+/Xv0ln3FOiICDGcmHQbJGu7LenbpzumpZg+P1ilXR2l7TpCyx2qwUopaNhL93JcXOPO5xPOTgeTqAW+RDIWp1XYaTU+nq6y3IyCjrYzFL2I7rseA9C2yICCzyYdBn+evnpTPuKR75oS03rQkekqx1ULXHDHCHMeBLux43fXYxn1o6F1qEICChyX9B/1i+elM/ZoeS/oM//ADF89KZ+zU6ohggn1L2g/wCsXz0pn7NPUvaD/rF89KZ+zU7IgIL9TBoT+sXz0pn7NS5pDT1HpTTdDZLY6Z1FRsLIjM4OfgkniQBniepbhEAREQGUREAREQBERAEREBhERAEREAREQwEREAREQGUREMmEREAREQBERAEREAREQBERAEREAREQBERAEREAREQBERAEREAREQBERAEREAREQBERAEREAREQBERAEREAREQBERAEREAREQBERAEREAREQBERAEREAREQGUREAREQBERAEREBhERAEREB/9k="/>
          <p:cNvSpPr>
            <a:spLocks noChangeAspect="1" noChangeArrowheads="1"/>
          </p:cNvSpPr>
          <p:nvPr/>
        </p:nvSpPr>
        <p:spPr bwMode="auto">
          <a:xfrm>
            <a:off x="4445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911" y="3429000"/>
            <a:ext cx="2715553" cy="822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722" y="5733256"/>
            <a:ext cx="2393588" cy="384046"/>
          </a:xfrm>
          <a:prstGeom prst="rect">
            <a:avLst/>
          </a:prstGeom>
        </p:spPr>
      </p:pic>
      <p:pic>
        <p:nvPicPr>
          <p:cNvPr id="1035" name="Picture 11" descr="First Pack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794" y="4437112"/>
            <a:ext cx="2800350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5731346"/>
            <a:ext cx="2570463" cy="577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840" y="1844824"/>
            <a:ext cx="2557470" cy="920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60537" y="3118354"/>
            <a:ext cx="2159535" cy="95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737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Certificates and Credentials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23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086" y="1911820"/>
            <a:ext cx="2165914" cy="2996951"/>
          </a:xfrm>
          <a:prstGeom prst="rect">
            <a:avLst/>
          </a:prstGeom>
        </p:spPr>
      </p:pic>
      <p:pic>
        <p:nvPicPr>
          <p:cNvPr id="2053" name="Picture 5" descr="C:\Users\Administrator\AppData\Roaming\Foxmail7\Temp-4860-20190608222336\Catch954B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1844824"/>
            <a:ext cx="2123728" cy="3082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978926"/>
            <a:ext cx="2045594" cy="2929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07040" y="5273973"/>
            <a:ext cx="1822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GSV. Certificates </a:t>
            </a:r>
            <a:endParaRPr lang="zh-CN" altLang="en-US" b="1" dirty="0"/>
          </a:p>
        </p:txBody>
      </p:sp>
      <p:sp>
        <p:nvSpPr>
          <p:cNvPr id="10" name="矩形 9"/>
          <p:cNvSpPr/>
          <p:nvPr/>
        </p:nvSpPr>
        <p:spPr>
          <a:xfrm>
            <a:off x="4932040" y="5291916"/>
            <a:ext cx="1394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BRC certified</a:t>
            </a:r>
            <a:endParaRPr lang="zh-CN" altLang="en-US" b="1" dirty="0"/>
          </a:p>
        </p:txBody>
      </p:sp>
      <p:sp>
        <p:nvSpPr>
          <p:cNvPr id="11" name="矩形 10"/>
          <p:cNvSpPr/>
          <p:nvPr/>
        </p:nvSpPr>
        <p:spPr>
          <a:xfrm>
            <a:off x="2434811" y="5273973"/>
            <a:ext cx="1848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FSC.  </a:t>
            </a:r>
            <a:r>
              <a:rPr lang="en-US" altLang="zh-CN" b="1" dirty="0"/>
              <a:t>Certificates </a:t>
            </a:r>
            <a:endParaRPr lang="zh-CN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7304346" y="5291916"/>
            <a:ext cx="1156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BSCI audit</a:t>
            </a:r>
            <a:endParaRPr lang="zh-CN" altLang="en-US" b="1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29627"/>
            <a:ext cx="1405719" cy="125188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1916832"/>
            <a:ext cx="2128537" cy="300877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314" y="5612715"/>
            <a:ext cx="583642" cy="696605"/>
          </a:xfrm>
          <a:prstGeom prst="rect">
            <a:avLst/>
          </a:prstGeom>
        </p:spPr>
      </p:pic>
      <p:sp>
        <p:nvSpPr>
          <p:cNvPr id="5" name="AutoShape 2" descr="data:image/jpeg;base64,/9j/4AAQSkZJRgABAQAAAQABAAD/2wBDAAgGBgcGBQgHBwcJCQgKDBQNDAsLDBkSEw8UHRofHh0aHBwgJC4nICIsIxwcKDcpLDAxNDQ0Hyc5PTgyPC4zNDL/2wBDAQkJCQwLDBgNDRgyIRwhMjIyMjIyMjIyMjIyMjIyMjIyMjIyMjIyMjIyMjIyMjIyMjIyMjIyMjIyMjIyMjIyMjL/wAARCAH0AfQ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pMjOKAFopM0ZoAWikzRmgBaKTNGaAFopM0ZoAWikzRmgBaKKKACiiigAooooAKKKKACiiigAooooAKKKKACiiigAooooAKKKKACiiigAooooAKKKKACiiigAooooAKKKKACiiigAooooAKKKKACiiigAooooAKKKKACiiigAooooAKKKKACiiigArzbx/wCP9S8J65DZ2trbSxSW4l3S7s53MCOD7D869Jryn4z6NJcafZatEhYWzGKXA6K2MH8xj/gVZ1W1F2McQ5Km3Hcwv+F061/0D7D8n/xo/wCF061/0DrH8n/xrzUUtcftZdzzfrFTuek/8Lp1r/oHWP5P/jR/wunWv+gdY/k/+NebUUe1n3D6xU7npP8AwunWv+gdY/k/+NH/AAunWv8AoHWP5P8A415tRR7WfcPrFTuek/8AC6da/wCgdY/k/wDjR/wunWv+gdY/k/8AjXm1FHtZ9w+sVO56T/wunWv+gdY/k/8AjTo/jTrAkUyabZMgPIXcCR7HJrzSij2s+4fWKvc+kfDPj/RvEqLHDN5F4ettLw34dj+FdUDmvkVWZHDISGByCDyDXfeGfirqukbLbU91/aDjcT+9UfX+L8fzreGI6SOqljE9JnvtFYmg+KNJ8RW3naddpIQMtGeHT6r1/HpW0GFdCaaujtTTV0LRRmimMKKKKACiiigAooooAKKKKACiiigAooooAKKKKACiiigAooooAKKKKACiiigAooooAKKKKACiiigAooooAKKKKACiiigAooooAKKKKACiiigAooooAM0ZrP1XWLHRrJ7u/uEghXqzd/YDua4eb4y6BHKVjtb6VR/GEUA/mamU4x3ZE6sIaSZ6PkUuRXmf/C59D/6B9/8A98p/8VS/8Ln0P/nwv/8AvlP/AIqp9rDuR9YpfzHpWRVe9s4L+zmtbiJZYZVKOjDgg157/wALn0P/AKB9/wD98p/8VSf8Lo0P/oH3/wD3yn/xVHtYdxfWKX8xx/ir4WappU8k+kxte2ROQq/6yMehHf6j8q4OW2uIJDHNBJG44KuhBH4Gvaz8ZtDPXT7/AP75T/4qmH4w6ATzpl6fqif/ABVc8qdK907HHOnQbupWPFdj/wB1vyo2P/cb8q9q/wCFweHv+gXef98J/wDFUf8AC4PD3/QLvP8AvhP/AIql7OH8xPsqX854rsf+435UbH/ut+Ve1f8AC4PD3/QLvP8AvhP/AIqkb4weHypH9l3n/fCf/FUezh/MHsqX854oKKV2DOzepzSVicwUUUUgCiiigCa1u7mxuUuLSeSGZDlXjbBFen+GPi9NDsttfiMi8D7VEvI/3l/qPyryqirjOUNUXCpKm/dZ9X6dqtlqtqtzY3MVxCw4aNs/h7H2q4DmvlTSdb1LQroXOm3TwP3AOVb2I6Gvd/h74zm8W2Vz9qtliuLbaHZD8r5zyB26V1U6yno9z0qOJVR26na0Ug5pa3OkKMikJwK88vPi9ollfXFrJZ3peGRo2KquCQcHHze1TKSjuRKpGHxM9EyKMivNP+F0aD/z5X//AHwn/wAVR/wujQf+fK//AO+E/wDiqn2sO5H1in3PS80ZrzZfjNoBIzZ34HrsT/4qr1r8WfC87BXuJ4D/ANNYDj9M0e1h3Gq9N9Tu6KzNN1/StXTdp9/BcjuI3BI+o6itLNaGiaewtFFFAwpM1FcXMVtE8s0ixxoNzO5wFHqTXm+vfGDTbKV4dKt2vnU480nZH+Hc1MpqO5E6kYK8mem5FLmvALn4veJZmPk/ZLcZ4CRbsfiSarD4reLAf+P2A+xt1/wrJ4iCOf65T8z6HzS5rwS3+MXiOMjzoLGYD1jZT+hresfjZGeL/SXT1aCQN+hx/Omq8GUsVSfU9dyKKzNC1m21/SIdStN/kTZ27xg8Eg8fUGtOtU7q50J31QUUUZpjCjNRyTJEhd3CqBkljgCuD174r6FpTNDab9QnXj9ycID7sf6ZqZSUdyZTjD4md/mjIrwe++MWvzsRaQWtqnb5S7fmeP0rFl+I/i2U5OryL7JGg/pWTxEEc7xlNH0lkUZFfNS/ETxYpyNamP1RD/Sr9t8V/FcGN9zBOB2lgH/suKSxERfXaZ9DZpa8ZsPjVdKQL/SY3HdoHKn8jn+deqaJqqa1pFtqMUUkUdwm9UkA3AfhWsZxnsbU60KnwmlSZFL2rz7xR8T4PDOvS6Y+mSTtGqsZFlCg5GemKqUlFXZU5xgryPQciivOfD3xVg8Qa7a6WmlSwtcEgSNKCBgE9Me1eijoKUZKSughOM1eItFFFUWFFFFABRRRQAUGikNAHgvxe1Se58VjT2YiC0jUqueCzDJP5ECvPq9g+K3g+7vbpNc06FpiECXEaDLYHRgO/p+VePEMCQRyOorgqpqbueRiItVHcXFGKTJpMmsrnOOxRim5NGTRcB2KMU3Jpcn0ouAuKSprO0ub+7itbWF5p5TtSNBkk1654c+FFlYwLfeJZldgNxt1fbGn+83U/oPrVwhKWxrTpSqO0TyW0sbu/l8qztZ7iT+7DGXP5Cugtvh14sulDJo8qA/89HRP0JBr0m/+JXhfw7F9j0e1Fzs4CWqBIh/wL+oBqGP4l30Om/2vqdlb2llID9ltwWaa4PqDwFUd2IrVU4dWbqjSTs5HBSfDLxdGpY6Tux2WeM/+zVhahoOsaTk3+mXVuo/ikjIX/vroa9pu/Hs/9qzaRax20WoqsbwLcE+XPuQMUDAja3PGc5rPs/i7ardPZ67pM1nIp2SFT5gB75Bwf50OnTvuOVGj/MeKg5pa90v/AAZ4T8aWTXujywwTH/lta9M/7af/AKjXkniPwtqfhi98i/i+RifLnTlJB7H19qznTlHXoY1KEoa7oxqKKKzMQooooAK9f+CP+r1n/ei/9nryCvX/AII/c1n/AHov/Z60o/Gb4b+Kj1wdKWkFLXoHrjW6V8q6/wA+JNU/6+5f/QzX1UelfKuv/wDIyap/19y/+hmubE7I4cb8KKtpZ3F/dxWtpE0s8p2oi9Sa3f8AhX/ivGTolz+a/wCNJ4E/5HnR/wDr4H8jX0wBntWdKkprUxw9CNWN2z5dufCXiK0UmbRL8KO6wsw/MVkMrI5R1KsOCGGCK+uSuRWD4j8JaV4js2jvbdfNxhJ1GHQ+x/p0q3h9NGazwWnus+Z4Lma0nWe2lkhlQ5V42KkfjXtPw6+Ij6zKmkau6/bgP3U2MecB2P8AtfzryHW9Jn0LWbrTLjmSB8bh/EvUH8QRVW1uZbK7huoGKywuHRh2IOaxpzdORy0qkqcj62ByKbI4RGYkADkmq+m3IvdMtbocCeJZMemRn+tcz8S9UfS/BN60TFZJwIFI7bjg/wDjua7nKyuevKVo8x5X8QPHE/iPUJLK0lKaXC20BTjziP4j7egrjLa1nvbqO2tYXlnkO1I0GSx9qjPTivZfg9oMC6bNrcihriSQxREj7ijrj6n+VcMU6s9TyYRlXqamPpPwZ1C5iWXUtQitCR/q4k8xh9TkD+dbDfBKzK/LrFwG9TCCP516qBTq61Rguh6CwtJdDxDUfgvqkClrDUre577ZEMZ/qK4rVvCmvaIWOoaZPHGOsqjen/fS5FfUZGaYYwwwRUSw8XsRLCQe2hyXwu/5J9pv1k/9GNXY1DBBFbR+XDEsaZJ2ouBknJqatoqysdMY8sUgqhq2rWmi6dNfX0oigiXLE9/Yepq67BRk9K+efiL4xfxJq5tbWTOm2rYjweJG6F/f0Ht9ampU5FczrVVTjcr+L/Hmo+KJ3iDNb6cD8lurfeHq57n26VyXBpyqzuqIpZmOAAMkmvXvBPwqjEaah4hj3yEBksz0X/f9T7fnXGoyqM82MJ1pHm2jeGNa18/8S7T5pUzgykBUH/Ajx+FdnZ/BjWpVDXV/ZwZ/hXc5H14Ar26G3igiWOKNY0QYVVGAB6AVIBXTGhFbnbDBwW+p4u/wSvgMprFux9GhI/rWRffCLxPagtCtrdj0ilwf/HgK9/IzRim6ECnhKfQ+XH8La3b6jBZXem3MDzSrErNGdpJOOCODX01Y2kdlYwW0QxHFGsaj2AwKnKA04DgVVOmoXsVRoKlewvavnf4rf8j/AHf/AFyi/wDQRX0RXzv8Vv8Akf7v/rlF/wCgior/AAmeM/h/MqfDc/8AFwNK/wB9/wD0Bq+khXzb8N/+SgaV/vv/AOgNX0kOgpYb4ScF8DFoooroO0KKKKACiiigBCcV594t+KFl4evZLC1g+23kfEgDbUjPoT3PtXoR6V8seKDnxfrX/X9P/wChtWNabitDmxNSVOK5TtP+F0a1/wBAyw/Hf/jVOb4o3Fy++fw7o0r92eEsT+ZrgqK5faze7OD6xUfU7n/hZTf9CxoX/gP/APXo/wCFlN/0LGhf+A//ANeuGope0l3J9tPudz/wspv+hY0L/wAB/wD69H/Cym/6FjQv/Af/AOvXDUUe0n3D20+53P8Awspv+hY0L/wH/wDr1JB8Q5rqeOCDwporyyMFRVtuWJ4A61wR4r0/4P8Ah1bq9uNcuE3JbnyoMj+Mjk/gP51UJTk7XNKcqk5KKZ6Kh0/w5oP9rajZ2NrcxxZlNpCByf4V7n0rxXxZ4y1fxTcMriSCxB/d2yZx9W9TW547+IGpv4kmtNIvnt7W1PlZjx+8cfePT14/CsLT/Ffi3Ub+3srfWLgyzyCNR8vUn6VpUqJ+6jatVUnyRZX0DSYI7abXNWhd7G2bZHBjBuZeyf7o6k1matf32s30l3dhy7DCqFIVF7Ko7AV1PiXx1rC6u9rpuqzLbWoEKuMZlZeGc8dzmsc+OPE+0/8AE5uP0/wrJ8qVjnlyL3U/y/zLHjlJD4smZUbiG3wQOh8pKnRX8YaYUljb+3bSPKSEc3cQHKn1cdvWtDxh4t1+x8SS29rqk0UQihIVcYyY1J7eprDXx14nV1b+2JyQc4O3B/Sm3FN3Kk4qTu/y/wAzN0nUtU0O+W70+SWCVeuAcMPQjuPY17boOuaZ8RdBmsNTtgtyq/vYSPydD/nFcB4l8V66n2HVNP1SeKx1GHesa4xFIvyunTscH8axrbx/4mtryKdtUmlCMCY2xhhnoeOlVGag7dCoVI0nyt3X9eZV8VeGrnwtrL2U2Xib5oZcf6xf8fWsSvevF9hB438Apqdou6aOL7TAR1HHzJ/MfUV4LUVYcr02M69NQlpswooorMxCvX/gj9zWf96L/wBnryCvX/gj9zWf96L/ANnrSj8Zvhv4qPXBS0gpa9A9caelfKuv/wDIyap/19y/+hmvqo9K+Vdf/wCRk1T/AK+5f/QzXNidkcOO+FGl4E/5HnR/+vgfyNfTK9K+ZvAn/I86P/18D+Rr6YBHrTw+zHgvgY6kbpRkeorE8TeJrDw1pcl3dyDfyIogfmkb0A/rW7aSudjaSuzxX4rvG3jucJjKwRh8euP8CK4uON5pUiQFnchVA7k9BVjU9RuNX1W5v7kgzTyF2x0HoB7AYH4V3nws8ISanqia1dxkWVs2Ydw/1kg6fgP54rg/iT0PHt7Wp7p7TpNt9i0iztT1hgSP8lA/pXIfFq0kuPBEsiKT5E0cjY9M7f8A2au6UYGKralZQ6lp1xZXC74Z4zG6+oNd0o3jY9acbwcT5OxxXrXwg8TQwLNoFy4Rmcy25J4YkfMv14z+deeeJfD154a1iWxulYrktDKRgSJngj+tZKO0bq6MyspyrKcEH1FcEW6cjyYSlSmfXQYHvS5FeI+Fvi5dWSpaa7G1zCBgXKf6xf8AeHRvr1+tet6Rrum63aC5067iuI++w8qfQjqD9a7oVIz2PUp1oVFoadFJuFLkVZqFBopD0oA4T4p+IG0bwu1vA+25viYVx1CfxH8uPxr5+FehfGK/a58Ww2gOUtrccejMST+m2vP0Qu6ooyzHAHvXBWlzTPJxM3Ko12PVvhL4RSdW8Q3ke4KxS1Vh3HV/6D8a9kCgVnaFpyaTollYRjCwQqnTqQOT+daVdlOPLGx6NGmqcLIKKKKs1CiiigAooooAK+d/it/yP93/ANcov/QRX0RXzv8AFb/kf7v/AK5Rf+gisK/wnJjP4fzKnw3/AOSgaV/vv/6A1fSQ6Cvm34b/APJQNK/33/8AQGr6SHQUsN8JOB+B+otFFFdB2hRRRQAUUUUABr568eeC9W03Xb7UEt3uLO6neZZYkLbNzZww7Yz16V9CmmFQe1Z1KamrMyq0lUVmfI+xx/Cfyo2P/dP5V9G+MvFun+ErFXkgSe6myIYRgZx1JPYV5XL8WfELys0UVhEvZRBnH4k1yzhGLs2edOjCDs5HDbH/ALp/KjY/90/lXbf8LW8S+tl/4Dj/ABo/4Wt4l9bL/wABx/jUWj3/AK+8jlh3/r7zidj/AN0/lRsf+6fyrtv+FreJfWy/8Bx/jR/wtbxL62X/AIDj/Gi0e/8AX3hyw7/195xOxv7p/KvffDoHhv4SLdqAsq2j3PTqzZI/oK83PxU8SH/ny/8AAcf416pqt5Df/C976/jeWKWxSWZICEJ4BOD2rWilq0zpw6iuZp9D51JLEsSSTyST1rpPB3+jXGp6p/FYWEkkZ9JGwi/+hGkF34OwM6Tq3/gWn/xNbui3Phd9E18QadqKxrbI0ytcqWZRIPunbxzis4x13OenH3t1/XyPP+pz3pG+6a6X7X4O/wCgTq3/AIFp/wDE0hu/B2D/AMSnVv8AwMT/AOJqeXzI5dd1/XyF8d/8jZP/ANcIP/RSVzdegeLrnwwniKVbzTtSkm8mHLR3KqMeWuOCp7YrD+2eDv8AoE6t/wCBaf8AxNVON29Spx956r+vkFqftvw+1KFuW068iuEPcLJlGH0yFrms16DpNz4Y/wCEY8QSxadqKW6pAsyPcqS+ZPlCnbwcjP0FYf2zwcf+YTq3/gWn/wATSlG6Wo5xuk7r+r+R6T8G9QNz4cvdPkORbTZUf7LjOPzB/OvI9fsv7N8Q6jZKMLDcOq/TccfpivWvhQ+kStqjaTaXluB5YkNxKH3H5sYwB715r46IPjnWCvT7Qf5CtZ/w0a1daMTnqKKK5zkYV6/8Efuaz/vRf+z15BXr/wAEfuaz/vRf+z1pR+M3w38VHrgpaQUtegeuNPSvlXX/APkY9U/6+5f/AEM19VHpXyrr/wDyMeqf9fcv/oZrmxOyOHHfChNF1RtF1m11JIhK1u+8ITgN+Neht8bL7Hy6Nb/jO3+Fef8Ah/S11rX7LTXlMS3EmwuBkr+Fent8Erfb8mtShsd7cf41lTVS3unPQVa37s52/wDi/wCI7tClutpaD+9HGWYf99Ej9K5Hdq/ibVQGea+vJOAXbJ/U4A/Su51H4M6xboXsr62usfwspjJ/mK4PVdF1LRLkQ6jZS275+UsOG+h6GlP2n2iaiq/8vLnpnhf4QHzI7rxBMpXqLSFuv+839B+det21tDa28cEEaxRRqFREGAoHYCvm7Q/HviHQmUQ3zzQj/ljcEuuPbPI/CvZPB/xB07xQPIYfZb9RloHbO73U9/51vSnDZaHZh6lLZKzO0pDQDkUtdB2GPr/hzT/Edg1pqEO9OqMOGjPqp7V4b4q+HOreHXeeFGvbAciWNfmQf7S9vqOPpX0VTXUMCCMis50oz3MatCNTfc+Re1WLG/u9MulubG5lt5l6PG20/T3HtXvniX4ZaLroeaGP7DeHnzYRwx/2l6H9DXkHiLwHrfhstJcW/n2g6XEPK49+6/jXHOjOLuedOhUp6nY+GvjBKmy28QRb16faoRyP95f6j8q9a07UrPVLRLqyuI54H6OhyP8A6xr5PxWv4f8AEmp+Gr0XOnzlQT88TcpIPQj+vWrp12tJGlLFuOk9UfUuRQa5zwl4ss/FWmC5tzsmQhZoSeYz/UehrojXYmmro9KMlJXR84fEpy/xA1QH+ExqP+/a1haHGJvEWmRN917qJT9C4re+JkZj+IGpkjh/LYf98LXP6PMLbW7Cc9I7mNz+DA158/jPHn/EfqfVo6U6mqQRwadXonshRRRQAUUUUAFFFFABXzv8Vv8Akf7v/rlF/wCgivoivnf4rf8AI/3f/XKL/wBBFYV/hOTGfw/mVPhv/wAlA0r/AH3/APQGr6SHQV82/Df/AJKBpX++/wD6A1fSQ6ClhvhJwPwP1FoooroO0KKKKACiiigAoNFBoA+ffi5LK/jd0kJ2RwII8+hyT+pNcL2r3j4k+BZ/EkcN/p+030C7DGTjzU64z6jt9a8nPgXxSrFf7Du8j0UGuGrCXO2eVXpSU27HP0V0H/CDeKP+gJd/98Uf8IN4o/6Ad5/3zWfLLsYezl2OforoP+EG8Uf9AO8/74o/4QbxR/0BLv8A74o5Zdg9nLsc+a968CTx+I/hl/ZsjDcsUlm/twcfoRXkv/CDeKD/AMwO7/74rt/hnY+I/DmsyW97pN2ljdjDsy8I46N/T8vStKKcZarc6MPzRnqtGeW3NvLZ3UttMpWWFyjqexBwa3fBjrJrE2nSMAmpWslpk9AzDK/+PAV3nxE+H7X2pSa5ZXNpaxOoN0bhyihhgBgQD17+9cND4Ye3mjmi8SaCkkbB1YXZ4IOQfu0nCUZEOlKnPY5ySN4pHikUq6EqynsR1FMP3T9K9A8ReFItTn/ty01jR4oLnaJy1ydi3GPmCnb0PXt1rCbwl8p/4qLQP/Aw/wDxNJ05J7EypSTsO8ef8jZP/wBcIP8A0Ulc3Xf+MPDYvPEks39t6NBmGEeXPclWGI1Gcbe+M1l2PgWW/u1hi1zRZMAs/lXJYqg+8cbe1E4ScmkhzpycnZEMg/s74fQo3E2q3nm49Yohgf8Aj7H8q5qu48RaPFq2pK1rr+hR2NvGsFrG14crGo4J+XqeSfrSaD8OZ9Y1BETV9LuLZGBnNrOXZVz2+XqaJQlJ2Q5U5SkkjvvhXYLo/gmbUrnCfaWaYk9o1GAf0J/GvFNSvG1HVbu9bObiZ5MH3JP9a9j+J2vwaH4dj0CxKpNcIEKKf9XCOP1xj868Sq62loovENJKmugUUUVgcoV6/wDBH7ms/wC9F/7PXkFev/BH7ms/70X/ALPWlH4zfDfxUeuClpBS16B6409K+Vdf/wCRk1T/AK+5f/QzX1UelfKuv/8AIyap/wBfcv8A6Ga5sTsjhxvwo0fAn/I86P8A9fA/ka+ml6V8zeBP+R50f/r4H8jX0yvSnh/hY8F8DA1R1PSbLV7KS0vrdJ4ZByrjp7g9j71fpDW7R2NJ7nzf468GyeE9VXy2aSwnyYZD1B7qfcfr+Fcxb3E1pcx3FvI0c0bBkdTyDXv3xXs4rjwLdzPjdbyRyRn0O8L/ACY18+D0rgqx5JaHk4iHs5+6fS3gfxKvifw9DdtgXCHy51HZx3/EYP4109eL/BO7ddT1SzyfLeJZQPQg4/r+le0V205c0bnpUJucE2FFFFWahTJI1kUqyhlIwQRwafRQB5V44+F9tcwy6joUQgukBd7ZfuS/7vof0PtXi5yCQQQehB7V9duAQc+lfM3jq0isfG+rQQ4CedvAHYsAx/UmuSvBR95HnYulGPvIl8A67JoPi2zfeRb3DiGYZ4KscA/gcGvpQHK18k2+77RFszu3jbj1zX1nDnykz1wM1WGejRpgpOzR4d8Y7A2/ii1vMfJc24XPqyk5/QrXnPvXv3xW0NtV8Km5iTdPYt5wwOSnRh+XP/Aa8BrKtG07nNio8tQ+oPCmqrrXhmwvgwLSRAPjsw4YfmDW5Xhfwq8XJpd42i3sgW2uW3Qsx4WTpj6H+f1r3MEHpXVTnzRPQoVFOFxaKKK0NgooooAKKKKACvnf4rf8j/d/9cov/QRX0RXzv8Vv+R/u/wDrlF/6CKwr/CcmM/h/MqfDf/koGlf77/8AoDV9JDoK+bfhv/yUDSv99/8A0Bq+kh0FLDfCTgfgfqLRRRXQdoUUUUAFFFFABRRRQAhGaMelLRQBDNIsMTyOQqoCzE9ABXhnin4q6rf3ckOjSmzs1JCyKB5knvk9Pwr2LxNbz3fhnU7e2z50ttIiAdSSp4r5aII4IwRwR6VzV5NaI4sXUlG0V1Ng+LfEZOTruo/+BDf40f8ACWeI/wDoO6j/AOBD/wCNY9Fc3M+5wc8u5sf8JZ4j/wCg7qP/AIEv/jSHxZ4ix/yHNR/8CX/xrIoo5pdw55dz2PwF8QIdUtBoWvyK07DZHNNys4P8LZ7/AM/rWV4x+FlxaySX2gIZ7Y/M1qDl0/3fUe3X615hjnNd54X+J+p6IqW1+pv7NeBub94g9m7/AEP51oqkZLlmdCqwnHlq/eYGh6mmmTXGmarDI2nXXyXMRGGQjo4B6MDVXXNGm0a5CM6zW0q77e5T7sqeo9/Udq9k/tvwB4yjX7cbZLgjGLoeVID6b+M/gavxeANAm0eXT4p5prGX5o0aUOIX/vRnGQfxwav2V1o7lqhzKyafY8j8Z201541a3tomlmkit1RFGST5SU3U5ofDelyaHZyLJfzgDULhDkKP+eKn0Hc+vFe0t4K00XF1diaaK6uI0ia4VgHRFULhSQduQOT15rEGlfD3wmfNne0a4XkGeTzpCf8Ad5/QUOk73uN0Gne6VzzPwv4C1fxLKkgia2surXMq4BH+yP4j+leqX+o6D8MfD62lsge6cEpFnMkrf3mPp7/gK5rxD8YAUa28P2uzjb9onHQf7Kf4/lXl15eXOoXT3V5O888hy0jnJNLmjTVo6sjnp0laGr7kmqandaxqM19eyGSeY5Y9h6AewqoBiiisG77nK229QooopCCvX/gj9zWf96L/ANnryCvZvgnayJpuq3TAiOWVEUnuVBz/AOhCtaP8Q6MLrVR6qKWiiu89YaelfKuv/wDIyap/19y/+hmvqpulfKuv/wDIyap/19y/+hmubE7I4cd8KNHwJ/yPOj/9fA/ka+ml6V8p6Jqh0XWrTUliErW8m8ITjd7Zr0Y/G26xxocP43B/+JqaNSMVqZ4WtCEWpM9npCQBXiUnxq1Nv9XpNqp/2nZv8KxNU+KHiXU4WhW4itI24P2dMHH1JJ/KtHXgdDxdNbanV/F7xRA1qnh+1lDys4kuSp+4ByFPuTg/h715CaV2Z3Z3Ys7HJLHJJrR0LQb7xFqaWNjEWdjl3I+WNe5JrlnJ1JXPPqTlVnc9J+CmnOH1LU2XCELAh9T95v8A2WvR9d8Sad4cW3k1KVoop5PLVwpIBwTzj6VJ4e0W20DRbbT7YfJEvzMert3J+prhfjXz4f07/r7/APZGrr1p0z0VejR80ehWGqWWpwieyuobiM/xROG/lV3Ir5LtL27sJhNZ3MtvIP4onKn9K6/Tvit4msFVJZoLtB/z3j5/NcVEcTHqZwxsftI+hqQmvGIfjbdqMTaLA59UnK/zU1HefGrUZIyLTSbeFsfekkZ/0wKv28DX61Stues63rNnoemy3t7MI4o1zz1Y9gPUmvmLWNSk1jWLvUZRh7iUvj0HYfgMCp9b8R6r4huBLqV00u37qDhF+gFQ6TpF9rl8lnp1u00zHnA4UepPYe9c9Wp7R2RxV6rqtKK0NbwJokmu+LbKEITDC4mmOOAqnP6nA/GvpZeK5nwV4Qt/Cml+UpWW7lw08+PvH0HsO1dTiumjDkjqduGpezjruMljWRGR1DKwwQehFfOXj3whL4Y1hnhjJ064YtA/ZPVD9O3qK+kKz9W0mz1mwlsr6FZYJBgqeoPqPQ06tPnViq1FVFbqfKf44969S8FfFNrGKPT9eLPEo2x3Y5ZR6MO/161h+LPhtqmgSPcWaPe6fnIdBl0H+0P6jj6VxB9641zU2eanOhI+sbHUbTUrZbizuIp4WGQ8bBhVvIr5Ns9TvtNl82xu5rZ+5icrn64rprb4neK7Zdo1IS/9dYVJ/lW6xK6o6442P2kfRuaTcK+eZPir4sdSBeQp7rAv9aybzxt4mvwVn1m6Cn+GNvLH/juKbxEUU8ZDoj6F1nxJpOgwmXUL6KLjITOXP0UcmtG0uY7y0huYTmOaNZFJ9CMivkuSR5XLyO7uTksxyT+NfSngG6N54I0mU9VgEZ/4Cdv9KqnW53YdDEe0k1ax09fO/wAVv+R/u/8ArlF/6CK+iO1fO/xW/wCR/u/+uUX/AKCKVf4RYz+H8yp8N/8AkoGlf77/APoDV9JDtXzb8N/+SgaV/vv/AOgNX0kKWG+EnBfw36i0UUV0HaFFFFABRRRQAUUUUAFFFFACMMjFeceK/hRZa1dy32m3AsrmQ7pEK5jc+uP4T/nFekUVMoqSsyJwjNWkjwVvg34kDYW405h6+a4/9kpP+FOeJv8Antp3/f5v/ia97orL6vAw+p0ux4J/wpzxN/z207/v83/xNH/CnPE3/PbTv+/zf/E173RR9XgH1Ol2PBP+FOeJv+e2nf8Af5v/AImj/hTnib/ntp3/AH+b/wCJr3uij6vAPqdI8D/4U54lxgzad/3+b/4mnx/CDxVEcxXNgh9Vncf+y17zRT9hEPqlM8Jf4S+L5RiS9snHo1w5/wDZah/4U74mH/LbTsf9dm/+Jr3yih0IMPqlPzPBP+FOeJv+e2nf9/m/+Jo/4U54m/57ad/3+b/4mve6KX1eAfU6XY8E/wCFOeJv+e2nf9/m/wDiaP8AhTnib/ntp3/f5v8A4mve6KPq8A+p0ux4J/wpzxN/z207/v8AN/8AE0h+Dvib/ntp3/f5v/iK98oo+rwD6nS7Hi+l/Ba6aVW1XU4kjHVLZSzH6MwGPyNetaVpVpo2nxWNjEIreJcKo/mfU1eorSFOMdjanShT+FBRRRVmg1hxXiGp/CXxFeave3UUuniOad5F3TMDgsTz8te40VE4Ke5lUpRqfEeCf8Kc8Tf89tO/7/N/8TR/wpzxN/z207/v83/xNe90Vn9XgZfU6XY8EHwb8TZ/1+nf9/m/+JqWL4M6+zDzL3TkHqHcn/0GvdqKf1eAfVKR5JpvwVgWQNqerPKveOCMJ/48Sf5V6Po2g6boNoLbTrVII++OSx9Sep/GtSirjTjHZG0KUIfChDWVrWgab4gt1t9TtlnjVtygsVIOMZBHNa1FU0nuW0mrM8zv/gzos+Wsry7tWPQMRIo/A8/rXO3PwU1RCfsurWko7eajJ/LNe3UVm6MH0MHhqT6Hgh+DfiQcC400+/nP/wDEVPB8F9cZsTX+noPVWdj/AOgivdKKXsIE/U6R5ZpnwW0+BlfUtSnusHOyJRGp9jyT+WK9B0nRNO0S2Fvp1pFbx8Z2DlvcnqT9a0qK0jCMdjaFKEPhQUUUVRoFFFFACEZrl9Z8AeHtcZpLmwWOc/8ALa3Pltn1OOD+INdTRSaT3JlFSVmeRX3wSiZi2n6xIg7JcRBv1BH8qx5Pgvr6k+Vfae47bndT/wCgmvdaKzdCD6GLwtJ9DwZPg14jY/Pdaao/66uf/ZK07L4JzsQb7WY1HdYIif1JH8q9mopKhBCWEpLocTpHwu8N6UVka2e9lHIe6YMM/wC6AB+ldnHEkUaoihVUYCgYAp9FaqKjsbxhGKskFeS+OPhzrXiLxVcajZSWawuiKBLIynIGD0U161RSnBTVmKpTjUVpHj3hH4Z67ofimx1K7ksjBAzFhHIxblSOAVHrXsC9BS0UoQUFZCp0401aIUUUVZoFFFFABRRRQAUUVx/jvxlJ4Qs7WaKzFy9xIVAZ9oUAZz0OaTaSuyZyUVdnYUV5hp/xSvF1i1sNc0GawFywVJGZhjJwDhlGRnuDXpQlUbQWAJ6A0ozUthQqRlsS0VGZFBAJAJ6D1przxxAF3VQeBk4qirk1Fc/4rvtWs/D81xoUEdxeArtV+RtzycZGfzrQ0y5uZNLtJdRjSC7eJTLGp4VyOQPxpcyvYXMr2NCioUuIpHKq6ll+8AelPaRUUliAB1JouO4+ioklSRQVYEHoQaR544yA7qpJwMnrTuF1uTUVH5ihSSQAPekjmjlGUdWHqpzQFyWiiuS8beNYfCUMCi3a5u7jPlRBsDjuTz6jtSbSV2KUlFXZ1tFee+GvHWtaprsOm6p4cuLMTKWWXa4C4BPIYdOMZz1Nd60iRqS7BQOpJxQpJq4ozUldEtFMSRWGQcg9CKbJMkYy7qo9ScUyyWiuc8X3+tWWjLPoFrHc3XmqCr8gJzk9Rnt+da1lNM1lC92ixzmNTKinIVscj86XMr2J5lexdozUC3ETqGWRSpOAQe9cRqvijUrP4naZoURj+wzxAyKV+Yk7+c/8BFJySFKooq7O+opFrO1vWbTQdLl1C9k2QRDnAySewA9TVFNpas0qK8lHxV1273XWneF5ZrFScuN7fmQuBXoug6t/bOj22oG2ltjMm4xSj5l5qIzUtiIVYydkatFQrPGzFQ6kjqAelOMiDGSBnpk9asu6JKKgW4ifOx1bacHBziljnjlz5bqwHBKnNK4XRNSE4qNp41YgsBgZPPSkEqSRhkYMD0IOQaLhclzS15z4V8WazrV34lhaOGWSyY/ZIwNvOWAUnv0FdH4Qvtav9EW4161S3u/MYBU4yvY4ycd/yqVNMmFRT2OjoqH7RFuZRIu5eoz0pfOTaGLLg9DmrKuiWioVniaQoJFLjqueaeWAGcigLj6KhSeOTJjdXAODtOcUPPFGQGdQT0BPWlcL6XJqKaGBpT0pjForjoPGckvxCn8Mm0URxx7vP38ltobpjpg11bXESAlpFAHUk4xUqSexMZqWxNRVS4lkNrI9sFeUITGpPDHHFcxomva3H4Uv9U8RWSQz2okkWOPjeirn1PuKHKwOaR2WaM1xun+Kr3XvBE2saVYhb7a6x28j7huBx14zxz2rY8M3ep3eg28+swJBespMiJ0HJwepxxjihST2Epp7G1RUAuIjuxIp29eRxXP+MvFieEtJiv2tWufMmEQQPt6gnOcHsKbaSuNySV2dPmiuQ8S6vr8emadc+HbGO4ad1Mok/hUjI7j866mKUMihsByoJGelJSTBSTdiaioxIpYruGR2zTWnjVgrOoY9ATyaodyaikDAiloGFFFFABRRRQAUUUUABryf42Z/s/SMdfOkx+Qr1g1xPxB8IXni2ytI7KeGKS3kLHzcgEEY6gHms6ibjZGVeLlBpHnevf8ACR2ep6TrHi6yE1nbuBGsDqBnrzjPpn8O1b3i2++0/EXwfcW8jeTMIpEwccM/9RTp/h14s1toIde8QRS2cbbtqZY/gNoGcdzW94r8By6tHpk+lXa2d7pqqkDMCV2jGOnQjFY8srOyOZU52enYxPHEsifFHwuquwAMfAPrJg1i+PrRh43lm8QR6g+jtGBbyWuMR8D1465yO/FdPpvgXXbvxPa654m1OG5ktcGKOFeOOR2AHPNTa54V8XT6teXGl67H9ku+Gt7oEqgxjAGCP5VUoyd3YqUZSTdnqzntaS2tvg2yadqk19bNcriSThlBYfIR2x6VU8bvO/hPwOqzyK0kAO4Mc7tseD9Rk105+G9xF8PpdAhvImu5Z1naRgQm4EcDvjAqbXvAV5q2leG7OK7hRtKVUlZgcOMKCV/7570OEmtugnCTi9Ohx/irw6ngTV9Ev9JvLnzJ5CJDI+SxBXP4HPIq58Q9XF542h0S+mvE0mBFeWO1GXkYjd079h7c12PjfwfdeKX0o288UItJS0nmZ5U46Y78VH4s8EXeratb63o98LHVIFC7mHyuBn8jzjvRKDV7DlTkuZRWmhxHhO+GleOra10Eak2j3fySxXUZGxsHn8OOfc1n+JLNI/GOpt4s/tJIpZCbS5gAKKueOD1GMcDnrXoWieGPFY1uDU9d8QCRIQcW1vkK2RjkYA9+h7Vm6r4I8YXMl7bQeIIp9Ou3JZLoEsgPYcHGPbFJwfLsS6cuXYq+K7K/f4baZHo95cajZoQ08qZ3yx846dgeMc9Bmk+Glvof9vyTaTqN/HIISJbC5AGeR82RwwH0zzW3P4I1e18M6Zp2ia29rcWJZmc5CysTk5x2Bzgc9aTwv4H1ay8UP4h12+gnu/LKKtuuAcjGTwO3tVcr51oXyS9onY9BHSuE+Ifgu58Sm0vNNnWK/teFDkgMM56joQa7sdK47xp4a1zWrm1udF1p7GSBSDHvZVbJ68d/qDWk1eNjeqrwatc5HSvGHifw/wCJLTR/FMavFcMsay4XIycBgy8EZ60mtQ3Hjf4lz6BPeTQadZRkmOM43YAycHjOW/IVoaX8OdauvEFtq3ifVkvDbMrJGhLZwcgEkAAZ54HNX/EvgTUbvxCNf8P6illqBXEgcHDcYzkA9uoI5rLlm46nMo1OXXVX/AwvDAufCPxIfwyl3LcafPGWRXOdp27gcdAeCPyqjpWkSfEvxJrFxql/cRWto4SGGNhlQS2OuR0HPHJNdf4U8C3mma3NruuX63upyKVBQHauRgnJA7cdBxWdffD3XdP1661Lwtq0doLskyxSZABJyccEEZP4Zo5HZaaByT5VdaX2M/x1of8AwjHw0g0+K9nuF+3Kd8h5wVY7foMUzxlqN9fQ+FvDsFy8CX8ERnkBxuzhRn1HU4+lb2reCdc1fwTFpF5q0dzqC3InM0uduMEbc4z39KseJ/AL63pGmJa3Yg1HTo1SKYg4bAHXHI5AIpuMtbFShN3suiPPPGPhRfB97pK2WoXMlvcS7zHI33XUj5hj610+v/8AJcdE/wCuKfykqO7+G/inWbi0utX1y3nmgdQFIOFjzkkcDngdufWun1HwfdX3xC07xElxEtvbRBXjIO8kbsY7Y+ap5W27LsSqcneytqjtBXl/xraYeH9PVciE3R349dpx/WvUFGBWT4i0C08R6RLp12D5b8hl6ow6EVvUV4tI6asXKDSHaDFaRaFYJZhPswt08vb0K7RiuU+KuuXWkeGoorKRopLuXyjIpwVXBJwffj9axY/h/wCNdOgOn6b4lRbDkKC7KVH5HH4Guiu/Aj6l4Jh0PUNQknu4T5iXbAkh8n15IwcfSs7ykrJGV5yi4pWOF8QeD5vBGjWXiHTtVuPtokQTZIwxYZ49R7HOc1a+IFzNrOoeDnSWS3+3RI4KMQYzIU5HuM1oH4c+J9U+y2Oua9HLpdswKxx5LEDjuBzjjJJrf8SeCp9Y1nw/d2c0UMGmOoeNgclVZSNv5YqOWTTsrGfs58rSVtjgde8KR6D4403SNO1C7ht9TVUmIk+bDNgjIxnOK0LTSx4M+LGnabptzP8AZLuMGRJHzkEMMH15XIrs9f8ACN1rHjLRdainijhsceajA7jhsjH50mq+D7q/+IGm+IVuIlt7WMK8ZB3EjdjHb+KnyW1S6jdFptxXVHBTaG3ij4sa1pst7LBASXmMbcuqhcL+o/KtHwtFceD/AImSeGY7qSfT50LKrH7p27gcdAeCO2ay5NM1XU/izrSaNfLZ30BaVJGzgj5QQev9707V2vhPwNe6Zrk2va3fre6lIpUFASFzwTk+3HTilFNvRdSIRcpXS67nKeDWZG8eOjFWWKQgjqDmSo9F1270f4N3U1tK6zveGCNweYwwUkj07/ia6/Q/Ad3pjeJRLdRMNVDrFtB+QHdyf++v0o0j4emHwHc+HdRuI2knlMokiBIjbjaRnGfu/qaFGXTzKjTmlp5nDX/gc6f4CHiOPVLj7bJCkk67/lZHxlfU9e55qbxFJIPgz4dPmNzPg89QPMx/KtZ/hv4tn0v+x7jX4G06IfuYsMckfdB4yB+JxWtqvw/v77wFpWgR3UC3FlIHd2ztP3s44z/F+lPletl0J9nKzsmtDjvF3hdfCei6Vr9hfXR1CWRRLK75LOVLbvXqOnvW94+1G+1TVPD/AIdguWto9QjSSdlON244APsMHj6V0vjTwhdeJPDdlplrcRRyW8qPulBwQEKnp9c1H4s8CNr9pp72l39m1CwQLFMQcNjHXHI5GQe1Dg1dIt0pK6jtp/wSDR/Aln4OuJ9XtL+7kWK3fdA5GG4znjHpXmdldaZr/wBt1DxHNq81/K5ELWse5Ihjj9T09BXqXh3w94tg1F59f1xLq2MRj+zxjIbPc8CsiPwF4n0C5uE8M63DBYzsWMUy8p/46fz4olFu1kKcG0uWOnYvfCrVdSvtEuLbUROxtZQsUsykFkI6c9cf1FehGud8JaFqGiWEialqsuoXM0nmM7k4Xjoue3+cV0RraCaWp00k4wSZ5NZ/8l9vf+uX/tJaxfDvhqDxb4w8SW9/c3AhiuHfZG+Nzb2AJznoAa76DwbdxfEm48Sm4i+zSRbRGM7wdoX6Y4zS+E/B914f8Q65qM9xFJHfSFolTOVBZm59+cVkoO+vc51TbdmtLs5P4eXF1ZjxVo/2iSSCyR/J3H7pG4ZHp0FZnhvTE1n4R6v9omnAsriW5jCP1ZYs4Pscmu58P+CLrSNU8RXM11E8ep7hEEByoJY/Nn603w34IvNH8Eapoc9zC016JQHjBKruQKOv0zSUXZJ+YKnPRPzOF8O6JDb/AAw1jXo5pxdSwvAybvk27x29as3WuXml/BvSUtpnSW7meEyKSCqBmJAPbpj6V2WneCby0+G9z4ckuYTdThz5i52AlsgdM9qZ/wAK9+0/D+28O3dwouYCZEnjBKq5JPfqOcUKEkrLsCpTS000OF8VeBR4a8KRanBqU8kkxRLpCflfdzxjsCBwc1P4+0qI+BvDettLKbhrW3typbK4MZbP1zWnefDjxfqmmLY3+vwSQW+Ps0R3FSenzHGemfWuj8S+CLzWvBGl6HBdQpPZCIF3B2ttQqenPfNS4Oz0J9k3GSUdLHD+MtFi8OeDdChs7i4ZZ7j7Q2984YoOmOmK2vEE03hv4oaTrMkr/ZL+NYZSx4XjafyyrfnXQ+MfBV14i0jSbO2uYo2smG5pAcMNuDjHfirvjbwmfFHhxbKF0S5hdXhd84yOCDjnkE/pVuD1sW6ctWulrHD+Gr+e813xZ4zy7QW0MiQLk4YAZUfgqr/31XKWcumavZXV9rNxrM2ryszRywx70Qjp/ntXs/hjwpFofhNdGn2TGRX+0MvRy+c/hjA/CuUt/AfizQWmtfD+vQR2ErFgsy/Mmf8AgJ59xSlCVkTKlJJdTZ+GGq6hqXhorqSzGW3lMSySg5dcAjr1xnGfau6HSsDwtot5omli3vtRlv52cyNLIScZ7DPat+toK0Vc6qaaikwoooqiwooooAKKKKACjA9KKKADFJgelLRQAYowPSiigAwPSjA9KKKADFGB6UUUAJgelGB6UtFACYHpS0UUAFGKKKADA9KTA9KWigAwKMUUUAGKMUUUAGB6UYFFFABRRRQAmB6UYHpS0UAJgelLgelFFABSGlooAyrbw/ptrrdxq8NqqXtwu2WXJyw47dB0H5VqYHpS0UWEklsGB6UYHpRRQMMD0owPSiigAowKKKAEwPSjA9KWigAwKKKKACjFFFABgelGB6UUUAGKMCiigBMD0pcD0oooAMUYHpRRQAYpMD0FL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/Z"/>
          <p:cNvSpPr>
            <a:spLocks noChangeAspect="1" noChangeArrowheads="1"/>
          </p:cNvSpPr>
          <p:nvPr/>
        </p:nvSpPr>
        <p:spPr bwMode="auto">
          <a:xfrm>
            <a:off x="4445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0" y="5589240"/>
            <a:ext cx="864096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 descr="http://img3.imgtn.bdimg.com/it/u=228814286,3861901213&amp;fm=26&amp;gp=0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89" y="5590807"/>
            <a:ext cx="904975" cy="690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5661248"/>
            <a:ext cx="661871" cy="661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960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Certificates and Credentials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24</a:t>
            </a:fld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39535" y="5273973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ISO </a:t>
            </a:r>
            <a:r>
              <a:rPr lang="en-US" altLang="zh-CN" b="1" dirty="0" smtClean="0"/>
              <a:t>9001</a:t>
            </a:r>
            <a:endParaRPr lang="zh-CN" altLang="en-US" b="1" dirty="0"/>
          </a:p>
        </p:txBody>
      </p:sp>
      <p:sp>
        <p:nvSpPr>
          <p:cNvPr id="10" name="矩形 9"/>
          <p:cNvSpPr/>
          <p:nvPr/>
        </p:nvSpPr>
        <p:spPr>
          <a:xfrm>
            <a:off x="4499992" y="5291916"/>
            <a:ext cx="2467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Compostable Certificate</a:t>
            </a:r>
            <a:endParaRPr lang="zh-CN" altLang="en-US" b="1" dirty="0"/>
          </a:p>
        </p:txBody>
      </p:sp>
      <p:sp>
        <p:nvSpPr>
          <p:cNvPr id="11" name="矩形 10"/>
          <p:cNvSpPr/>
          <p:nvPr/>
        </p:nvSpPr>
        <p:spPr>
          <a:xfrm>
            <a:off x="2434811" y="5273973"/>
            <a:ext cx="1848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FSC.  </a:t>
            </a:r>
            <a:r>
              <a:rPr lang="en-US" altLang="zh-CN" b="1" dirty="0"/>
              <a:t>Certificates </a:t>
            </a:r>
            <a:endParaRPr lang="zh-CN" altLang="en-US" b="1" dirty="0"/>
          </a:p>
        </p:txBody>
      </p:sp>
      <p:sp>
        <p:nvSpPr>
          <p:cNvPr id="16" name="矩形 15"/>
          <p:cNvSpPr/>
          <p:nvPr/>
        </p:nvSpPr>
        <p:spPr>
          <a:xfrm>
            <a:off x="7304346" y="5291916"/>
            <a:ext cx="12124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DIN </a:t>
            </a:r>
            <a:r>
              <a:rPr lang="en-US" altLang="zh-CN" b="1" dirty="0" err="1" smtClean="0"/>
              <a:t>Certco</a:t>
            </a:r>
            <a:endParaRPr lang="zh-CN" altLang="en-US" b="1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29627"/>
            <a:ext cx="1405719" cy="125188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918236" y="2431421"/>
            <a:ext cx="3003780" cy="230374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688" y="1989431"/>
            <a:ext cx="2227080" cy="306289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05" y="2081404"/>
            <a:ext cx="2176847" cy="299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25" y="2132856"/>
            <a:ext cx="2088263" cy="293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68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Products’ Testing Reports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25</a:t>
            </a:fld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72817"/>
            <a:ext cx="2340582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916832"/>
            <a:ext cx="2206937" cy="3095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132856"/>
            <a:ext cx="2053793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545671" y="5219908"/>
            <a:ext cx="17940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Europe AP 2002 </a:t>
            </a:r>
            <a:endParaRPr lang="zh-CN" altLang="en-US" b="1" dirty="0"/>
          </a:p>
        </p:txBody>
      </p:sp>
      <p:sp>
        <p:nvSpPr>
          <p:cNvPr id="10" name="矩形 9"/>
          <p:cNvSpPr/>
          <p:nvPr/>
        </p:nvSpPr>
        <p:spPr>
          <a:xfrm>
            <a:off x="2708772" y="5229200"/>
            <a:ext cx="1816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FDA 21 CFR 176 </a:t>
            </a:r>
            <a:endParaRPr lang="zh-CN" altLang="en-US" b="1" dirty="0"/>
          </a:p>
        </p:txBody>
      </p:sp>
      <p:sp>
        <p:nvSpPr>
          <p:cNvPr id="11" name="矩形 10"/>
          <p:cNvSpPr/>
          <p:nvPr/>
        </p:nvSpPr>
        <p:spPr>
          <a:xfrm>
            <a:off x="4860032" y="5229200"/>
            <a:ext cx="19495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GB 4806.8&amp;31604</a:t>
            </a:r>
            <a:endParaRPr lang="zh-CN" altLang="en-US" b="1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29627"/>
            <a:ext cx="1405719" cy="1251886"/>
          </a:xfrm>
          <a:prstGeom prst="rect">
            <a:avLst/>
          </a:prstGeom>
        </p:spPr>
      </p:pic>
      <p:pic>
        <p:nvPicPr>
          <p:cNvPr id="13" name="图片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624" y="1916832"/>
            <a:ext cx="504556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C:\Users\Administrator\AppData\Roaming\Foxmail7\Temp-5932-20191211205015\Catch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930" y="2101822"/>
            <a:ext cx="2049242" cy="2910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/>
          <p:cNvSpPr/>
          <p:nvPr/>
        </p:nvSpPr>
        <p:spPr>
          <a:xfrm>
            <a:off x="7052293" y="5229200"/>
            <a:ext cx="1624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Germany LFGB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964529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935222-B196-4F9B-9AEC-1292459A754A}" type="slidenum">
              <a:rPr lang="en-US" altLang="zh-CN" smtClean="0"/>
              <a:pPr/>
              <a:t>26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740352" y="1268760"/>
            <a:ext cx="1403648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99592" y="2060848"/>
            <a:ext cx="66247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rgbClr val="00B050"/>
                </a:solidFill>
              </a:rPr>
              <a:t>Thanks </a:t>
            </a:r>
            <a:r>
              <a:rPr lang="en-US" altLang="zh-CN" sz="4000" b="1" dirty="0">
                <a:solidFill>
                  <a:srgbClr val="00B050"/>
                </a:solidFill>
              </a:rPr>
              <a:t>F</a:t>
            </a:r>
            <a:r>
              <a:rPr lang="en-US" altLang="zh-CN" sz="4000" b="1" dirty="0" smtClean="0">
                <a:solidFill>
                  <a:srgbClr val="00B050"/>
                </a:solidFill>
              </a:rPr>
              <a:t>or Listening </a:t>
            </a:r>
          </a:p>
          <a:p>
            <a:pPr algn="ctr"/>
            <a:r>
              <a:rPr lang="en-US" altLang="zh-CN" sz="4000" b="1" dirty="0" smtClean="0">
                <a:solidFill>
                  <a:srgbClr val="00B050"/>
                </a:solidFill>
              </a:rPr>
              <a:t> Any Comments welcomed </a:t>
            </a:r>
          </a:p>
          <a:p>
            <a:pPr algn="ctr"/>
            <a:endParaRPr lang="en-US" altLang="zh-CN" sz="4000" b="1" dirty="0" smtClean="0">
              <a:solidFill>
                <a:srgbClr val="00B050"/>
              </a:solidFill>
            </a:endParaRPr>
          </a:p>
          <a:p>
            <a:pPr algn="ctr"/>
            <a:r>
              <a:rPr lang="en-US" altLang="zh-CN" sz="2400" dirty="0" smtClean="0">
                <a:solidFill>
                  <a:srgbClr val="00B050"/>
                </a:solidFill>
              </a:rPr>
              <a:t>Contact : Steven Zhu</a:t>
            </a:r>
          </a:p>
          <a:p>
            <a:pPr algn="ctr"/>
            <a:r>
              <a:rPr lang="en-US" altLang="zh-CN" sz="2400" dirty="0" smtClean="0">
                <a:solidFill>
                  <a:srgbClr val="00B050"/>
                </a:solidFill>
                <a:hlinkClick r:id="rId3"/>
              </a:rPr>
              <a:t>Steven.zhu@corncomp.com</a:t>
            </a:r>
            <a:endParaRPr lang="en-US" altLang="zh-CN" sz="2400" dirty="0" smtClean="0">
              <a:solidFill>
                <a:srgbClr val="00B050"/>
              </a:solidFill>
            </a:endParaRPr>
          </a:p>
          <a:p>
            <a:pPr algn="ctr"/>
            <a:r>
              <a:rPr lang="en-US" altLang="zh-CN" sz="2400" dirty="0" smtClean="0">
                <a:solidFill>
                  <a:srgbClr val="00B050"/>
                </a:solidFill>
              </a:rPr>
              <a:t>0086-13806632002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236" y="5062532"/>
            <a:ext cx="1073804" cy="1390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rketingPl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F7915"/>
      </a:hlink>
      <a:folHlink>
        <a:srgbClr val="99660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FAF3E8"/>
      </a:lt2>
      <a:accent1>
        <a:srgbClr val="5C83B4"/>
      </a:accent1>
      <a:accent2>
        <a:srgbClr val="C0504D"/>
      </a:accent2>
      <a:accent3>
        <a:srgbClr val="9DBB61"/>
      </a:accent3>
      <a:accent4>
        <a:srgbClr val="8066A0"/>
      </a:accent4>
      <a:accent5>
        <a:srgbClr val="4BACC6"/>
      </a:accent5>
      <a:accent6>
        <a:srgbClr val="F59D5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</a:minorFont>
    </a:fontScheme>
    <a:fmtScheme name="Office">
      <a: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hade val="100000"/>
                <a:satMod val="133000"/>
              </a:schemeClr>
            </a:gs>
            <a:gs pos="15000">
              <a:schemeClr val="phClr">
                <a:tint val="50000"/>
                <a:shade val="100000"/>
                <a:satMod val="140000"/>
              </a:schemeClr>
            </a:gs>
            <a:gs pos="100000">
              <a:schemeClr val="phClr">
                <a:tint val="1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75000"/>
                <a:satMod val="160000"/>
              </a:schemeClr>
            </a:gs>
            <a:gs pos="62000">
              <a:schemeClr val="phClr">
                <a:tint val="100000"/>
                <a:shade val="100000"/>
                <a:satMod val="125000"/>
              </a:schemeClr>
            </a:gs>
            <a:gs pos="100000">
              <a:schemeClr val="phClr">
                <a:tint val="80000"/>
                <a:shade val="100000"/>
                <a:satMod val="140000"/>
              </a:schemeClr>
            </a:gs>
          </a:gsLst>
          <a:lin ang="16200000" scaled="1"/>
        </a:gra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61176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  <a:effectStyle>
          <a:effectLst>
            <a:reflection blurRad="12700" stA="25000" endPos="28000" dist="38100" dir="5400000" sy="-100000" rotWithShape="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40000">
              <a:schemeClr val="phClr">
                <a:shade val="70000"/>
                <a:satMod val="145000"/>
              </a:schemeClr>
            </a:gs>
            <a:gs pos="100000">
              <a:schemeClr val="phClr">
                <a:tint val="85000"/>
                <a:satMod val="15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FAF3E8"/>
      </a:lt2>
      <a:accent1>
        <a:srgbClr val="5C83B4"/>
      </a:accent1>
      <a:accent2>
        <a:srgbClr val="C0504D"/>
      </a:accent2>
      <a:accent3>
        <a:srgbClr val="9DBB61"/>
      </a:accent3>
      <a:accent4>
        <a:srgbClr val="8066A0"/>
      </a:accent4>
      <a:accent5>
        <a:srgbClr val="4BACC6"/>
      </a:accent5>
      <a:accent6>
        <a:srgbClr val="F59D5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</a:minorFont>
    </a:fontScheme>
    <a:fmtScheme name="Office">
      <a: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hade val="100000"/>
                <a:satMod val="133000"/>
              </a:schemeClr>
            </a:gs>
            <a:gs pos="15000">
              <a:schemeClr val="phClr">
                <a:tint val="50000"/>
                <a:shade val="100000"/>
                <a:satMod val="140000"/>
              </a:schemeClr>
            </a:gs>
            <a:gs pos="100000">
              <a:schemeClr val="phClr">
                <a:tint val="1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75000"/>
                <a:satMod val="160000"/>
              </a:schemeClr>
            </a:gs>
            <a:gs pos="62000">
              <a:schemeClr val="phClr">
                <a:tint val="100000"/>
                <a:shade val="100000"/>
                <a:satMod val="125000"/>
              </a:schemeClr>
            </a:gs>
            <a:gs pos="100000">
              <a:schemeClr val="phClr">
                <a:tint val="80000"/>
                <a:shade val="100000"/>
                <a:satMod val="140000"/>
              </a:schemeClr>
            </a:gs>
          </a:gsLst>
          <a:lin ang="16200000" scaled="1"/>
        </a:gra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61176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  <a:effectStyle>
          <a:effectLst>
            <a:reflection blurRad="12700" stA="25000" endPos="28000" dist="38100" dir="5400000" sy="-100000" rotWithShape="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40000">
              <a:schemeClr val="phClr">
                <a:shade val="70000"/>
                <a:satMod val="145000"/>
              </a:schemeClr>
            </a:gs>
            <a:gs pos="100000">
              <a:schemeClr val="phClr">
                <a:tint val="85000"/>
                <a:satMod val="15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0E720053-07FE-4AF8-8A50-7052F03D93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0</TotalTime>
  <Words>702</Words>
  <Application>Microsoft Office PowerPoint</Application>
  <PresentationFormat>全屏显示(4:3)</PresentationFormat>
  <Paragraphs>202</Paragraphs>
  <Slides>26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7" baseType="lpstr">
      <vt:lpstr>MarketingPlan</vt:lpstr>
      <vt:lpstr>Corncomp  Alliance 遇米生物集团简介</vt:lpstr>
      <vt:lpstr>Enterprise Profile</vt:lpstr>
      <vt:lpstr>Our Vision</vt:lpstr>
      <vt:lpstr>Our Alliance (3 Factories）</vt:lpstr>
      <vt:lpstr>Main Product Line /Brands</vt:lpstr>
      <vt:lpstr> Worldwide Direct Presence</vt:lpstr>
      <vt:lpstr>Key Competitive Advantage </vt:lpstr>
      <vt:lpstr>Newly Products Updates</vt:lpstr>
      <vt:lpstr>BBQ Combo</vt:lpstr>
      <vt:lpstr>Compostable  Cutlery</vt:lpstr>
      <vt:lpstr>Retails Sets Compostable Bowls</vt:lpstr>
      <vt:lpstr>PLA laminating Products</vt:lpstr>
      <vt:lpstr>Plastic-free Coated Cups</vt:lpstr>
      <vt:lpstr>Key Management Team</vt:lpstr>
      <vt:lpstr>Factory Highlights--Corncomp</vt:lpstr>
      <vt:lpstr>Corncomp Overview</vt:lpstr>
      <vt:lpstr>Factory Highlights--</vt:lpstr>
      <vt:lpstr>Company Overview-</vt:lpstr>
      <vt:lpstr>Factory Highlights--Plastik</vt:lpstr>
      <vt:lpstr>Main Facility Overview</vt:lpstr>
      <vt:lpstr>Factory’s Video</vt:lpstr>
      <vt:lpstr>Strategic Business Partners</vt:lpstr>
      <vt:lpstr>Certificates and Credentials </vt:lpstr>
      <vt:lpstr>Certificates and Credentials </vt:lpstr>
      <vt:lpstr>Products’ Testing Reports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2016-02-15T11:28:27Z</dcterms:created>
  <dcterms:modified xsi:type="dcterms:W3CDTF">2024-01-30T02:55:15Z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TC101079699990</vt:lpwstr>
  </property>
</Properties>
</file>